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Gawas" userId="ecda71fc839a6c8f" providerId="LiveId" clId="{E804A5C9-043D-499C-84BC-56E18AD9CA3C}"/>
    <pc:docChg chg="undo custSel addSld delSld modSld sldOrd">
      <pc:chgData name="Aditya Gawas" userId="ecda71fc839a6c8f" providerId="LiveId" clId="{E804A5C9-043D-499C-84BC-56E18AD9CA3C}" dt="2026-01-15T08:37:48.259" v="1282" actId="20577"/>
      <pc:docMkLst>
        <pc:docMk/>
      </pc:docMkLst>
      <pc:sldChg chg="modSp mod">
        <pc:chgData name="Aditya Gawas" userId="ecda71fc839a6c8f" providerId="LiveId" clId="{E804A5C9-043D-499C-84BC-56E18AD9CA3C}" dt="2026-01-15T08:28:36.458" v="1265" actId="20577"/>
        <pc:sldMkLst>
          <pc:docMk/>
          <pc:sldMk cId="3963046937" sldId="256"/>
        </pc:sldMkLst>
        <pc:spChg chg="mod">
          <ac:chgData name="Aditya Gawas" userId="ecda71fc839a6c8f" providerId="LiveId" clId="{E804A5C9-043D-499C-84BC-56E18AD9CA3C}" dt="2026-01-15T08:27:35.360" v="1124"/>
          <ac:spMkLst>
            <pc:docMk/>
            <pc:sldMk cId="3963046937" sldId="256"/>
            <ac:spMk id="2" creationId="{7EB1518A-0591-7CC7-B8E0-F056053ECA37}"/>
          </ac:spMkLst>
        </pc:spChg>
        <pc:spChg chg="mod">
          <ac:chgData name="Aditya Gawas" userId="ecda71fc839a6c8f" providerId="LiveId" clId="{E804A5C9-043D-499C-84BC-56E18AD9CA3C}" dt="2026-01-15T08:28:36.458" v="1265" actId="20577"/>
          <ac:spMkLst>
            <pc:docMk/>
            <pc:sldMk cId="3963046937" sldId="256"/>
            <ac:spMk id="3" creationId="{7C33BE50-8CBF-46B7-9439-0572CF9F486F}"/>
          </ac:spMkLst>
        </pc:spChg>
      </pc:sldChg>
      <pc:sldChg chg="addSp delSp modSp new mod">
        <pc:chgData name="Aditya Gawas" userId="ecda71fc839a6c8f" providerId="LiveId" clId="{E804A5C9-043D-499C-84BC-56E18AD9CA3C}" dt="2026-01-14T17:45:15.489" v="39" actId="1076"/>
        <pc:sldMkLst>
          <pc:docMk/>
          <pc:sldMk cId="3887781032" sldId="259"/>
        </pc:sldMkLst>
        <pc:spChg chg="del">
          <ac:chgData name="Aditya Gawas" userId="ecda71fc839a6c8f" providerId="LiveId" clId="{E804A5C9-043D-499C-84BC-56E18AD9CA3C}" dt="2026-01-14T17:41:32.811" v="5" actId="21"/>
          <ac:spMkLst>
            <pc:docMk/>
            <pc:sldMk cId="3887781032" sldId="259"/>
            <ac:spMk id="2" creationId="{06C134BE-967A-9263-5FE9-33D79A6E8ED4}"/>
          </ac:spMkLst>
        </pc:spChg>
        <pc:spChg chg="mod">
          <ac:chgData name="Aditya Gawas" userId="ecda71fc839a6c8f" providerId="LiveId" clId="{E804A5C9-043D-499C-84BC-56E18AD9CA3C}" dt="2026-01-14T17:44:43.353" v="35" actId="255"/>
          <ac:spMkLst>
            <pc:docMk/>
            <pc:sldMk cId="3887781032" sldId="259"/>
            <ac:spMk id="3" creationId="{4BB8032D-397F-B22A-5BDC-4B23246F72F8}"/>
          </ac:spMkLst>
        </pc:spChg>
        <pc:picChg chg="add mod">
          <ac:chgData name="Aditya Gawas" userId="ecda71fc839a6c8f" providerId="LiveId" clId="{E804A5C9-043D-499C-84BC-56E18AD9CA3C}" dt="2026-01-14T17:44:53.464" v="37" actId="1076"/>
          <ac:picMkLst>
            <pc:docMk/>
            <pc:sldMk cId="3887781032" sldId="259"/>
            <ac:picMk id="5" creationId="{C347D8DD-D7D5-A110-18C9-DF04CCD9F1C4}"/>
          </ac:picMkLst>
        </pc:picChg>
        <pc:picChg chg="add mod">
          <ac:chgData name="Aditya Gawas" userId="ecda71fc839a6c8f" providerId="LiveId" clId="{E804A5C9-043D-499C-84BC-56E18AD9CA3C}" dt="2026-01-14T17:45:15.489" v="39" actId="1076"/>
          <ac:picMkLst>
            <pc:docMk/>
            <pc:sldMk cId="3887781032" sldId="259"/>
            <ac:picMk id="7" creationId="{836FF069-E09D-6F99-C063-99AF3F54CDDB}"/>
          </ac:picMkLst>
        </pc:picChg>
      </pc:sldChg>
      <pc:sldChg chg="addSp delSp modSp new mod">
        <pc:chgData name="Aditya Gawas" userId="ecda71fc839a6c8f" providerId="LiveId" clId="{E804A5C9-043D-499C-84BC-56E18AD9CA3C}" dt="2026-01-14T17:47:49.624" v="67" actId="1076"/>
        <pc:sldMkLst>
          <pc:docMk/>
          <pc:sldMk cId="1604214501" sldId="260"/>
        </pc:sldMkLst>
        <pc:spChg chg="del">
          <ac:chgData name="Aditya Gawas" userId="ecda71fc839a6c8f" providerId="LiveId" clId="{E804A5C9-043D-499C-84BC-56E18AD9CA3C}" dt="2026-01-14T17:41:44.456" v="7" actId="21"/>
          <ac:spMkLst>
            <pc:docMk/>
            <pc:sldMk cId="1604214501" sldId="260"/>
            <ac:spMk id="2" creationId="{A421C982-6397-B71C-B953-52DB7C479893}"/>
          </ac:spMkLst>
        </pc:spChg>
        <pc:spChg chg="mod">
          <ac:chgData name="Aditya Gawas" userId="ecda71fc839a6c8f" providerId="LiveId" clId="{E804A5C9-043D-499C-84BC-56E18AD9CA3C}" dt="2026-01-14T17:47:43.654" v="65" actId="20577"/>
          <ac:spMkLst>
            <pc:docMk/>
            <pc:sldMk cId="1604214501" sldId="260"/>
            <ac:spMk id="3" creationId="{79633646-545A-D886-8D1F-423FC34A450E}"/>
          </ac:spMkLst>
        </pc:spChg>
        <pc:picChg chg="add mod">
          <ac:chgData name="Aditya Gawas" userId="ecda71fc839a6c8f" providerId="LiveId" clId="{E804A5C9-043D-499C-84BC-56E18AD9CA3C}" dt="2026-01-14T17:46:48.603" v="50" actId="1076"/>
          <ac:picMkLst>
            <pc:docMk/>
            <pc:sldMk cId="1604214501" sldId="260"/>
            <ac:picMk id="5" creationId="{0776A7CE-FD4B-F104-96A5-F2FD4E977F58}"/>
          </ac:picMkLst>
        </pc:picChg>
        <pc:picChg chg="add mod">
          <ac:chgData name="Aditya Gawas" userId="ecda71fc839a6c8f" providerId="LiveId" clId="{E804A5C9-043D-499C-84BC-56E18AD9CA3C}" dt="2026-01-14T17:47:49.624" v="67" actId="1076"/>
          <ac:picMkLst>
            <pc:docMk/>
            <pc:sldMk cId="1604214501" sldId="260"/>
            <ac:picMk id="7" creationId="{A13FA088-0D6D-5CA4-363F-3B6E30004D67}"/>
          </ac:picMkLst>
        </pc:picChg>
      </pc:sldChg>
      <pc:sldChg chg="addSp delSp modSp new mod">
        <pc:chgData name="Aditya Gawas" userId="ecda71fc839a6c8f" providerId="LiveId" clId="{E804A5C9-043D-499C-84BC-56E18AD9CA3C}" dt="2026-01-14T17:53:09.156" v="106" actId="1076"/>
        <pc:sldMkLst>
          <pc:docMk/>
          <pc:sldMk cId="2770983717" sldId="261"/>
        </pc:sldMkLst>
        <pc:spChg chg="del">
          <ac:chgData name="Aditya Gawas" userId="ecda71fc839a6c8f" providerId="LiveId" clId="{E804A5C9-043D-499C-84BC-56E18AD9CA3C}" dt="2026-01-14T17:41:21.999" v="3" actId="21"/>
          <ac:spMkLst>
            <pc:docMk/>
            <pc:sldMk cId="2770983717" sldId="261"/>
            <ac:spMk id="2" creationId="{2CDFA5DE-C7DD-7133-35BB-EEBE451159E5}"/>
          </ac:spMkLst>
        </pc:spChg>
        <pc:spChg chg="mod">
          <ac:chgData name="Aditya Gawas" userId="ecda71fc839a6c8f" providerId="LiveId" clId="{E804A5C9-043D-499C-84BC-56E18AD9CA3C}" dt="2026-01-14T17:53:06.387" v="105" actId="20577"/>
          <ac:spMkLst>
            <pc:docMk/>
            <pc:sldMk cId="2770983717" sldId="261"/>
            <ac:spMk id="3" creationId="{15BB5F8B-96EA-9645-E1C6-AACA209DF1B2}"/>
          </ac:spMkLst>
        </pc:spChg>
        <pc:picChg chg="add mod">
          <ac:chgData name="Aditya Gawas" userId="ecda71fc839a6c8f" providerId="LiveId" clId="{E804A5C9-043D-499C-84BC-56E18AD9CA3C}" dt="2026-01-14T17:50:41.375" v="83" actId="14100"/>
          <ac:picMkLst>
            <pc:docMk/>
            <pc:sldMk cId="2770983717" sldId="261"/>
            <ac:picMk id="5" creationId="{55C04902-A355-0645-0304-27B741AA821A}"/>
          </ac:picMkLst>
        </pc:picChg>
        <pc:picChg chg="add mod">
          <ac:chgData name="Aditya Gawas" userId="ecda71fc839a6c8f" providerId="LiveId" clId="{E804A5C9-043D-499C-84BC-56E18AD9CA3C}" dt="2026-01-14T17:50:43.785" v="84" actId="1076"/>
          <ac:picMkLst>
            <pc:docMk/>
            <pc:sldMk cId="2770983717" sldId="261"/>
            <ac:picMk id="7" creationId="{244B9F61-81E9-C29B-3F84-5FE75165AE35}"/>
          </ac:picMkLst>
        </pc:picChg>
        <pc:picChg chg="add mod">
          <ac:chgData name="Aditya Gawas" userId="ecda71fc839a6c8f" providerId="LiveId" clId="{E804A5C9-043D-499C-84BC-56E18AD9CA3C}" dt="2026-01-14T17:53:09.156" v="106" actId="1076"/>
          <ac:picMkLst>
            <pc:docMk/>
            <pc:sldMk cId="2770983717" sldId="261"/>
            <ac:picMk id="9" creationId="{A3375C59-FE77-6523-1BB0-E80BF928C176}"/>
          </ac:picMkLst>
        </pc:picChg>
      </pc:sldChg>
      <pc:sldChg chg="addSp delSp modSp new mod">
        <pc:chgData name="Aditya Gawas" userId="ecda71fc839a6c8f" providerId="LiveId" clId="{E804A5C9-043D-499C-84BC-56E18AD9CA3C}" dt="2026-01-14T17:59:52.082" v="198" actId="1076"/>
        <pc:sldMkLst>
          <pc:docMk/>
          <pc:sldMk cId="1708566344" sldId="262"/>
        </pc:sldMkLst>
        <pc:spChg chg="del">
          <ac:chgData name="Aditya Gawas" userId="ecda71fc839a6c8f" providerId="LiveId" clId="{E804A5C9-043D-499C-84BC-56E18AD9CA3C}" dt="2026-01-14T17:54:13.339" v="114" actId="21"/>
          <ac:spMkLst>
            <pc:docMk/>
            <pc:sldMk cId="1708566344" sldId="262"/>
            <ac:spMk id="2" creationId="{59793F4D-D45A-7366-6AD1-6C31B82328E7}"/>
          </ac:spMkLst>
        </pc:spChg>
        <pc:spChg chg="mod">
          <ac:chgData name="Aditya Gawas" userId="ecda71fc839a6c8f" providerId="LiveId" clId="{E804A5C9-043D-499C-84BC-56E18AD9CA3C}" dt="2026-01-14T17:59:17.997" v="196" actId="20577"/>
          <ac:spMkLst>
            <pc:docMk/>
            <pc:sldMk cId="1708566344" sldId="262"/>
            <ac:spMk id="3" creationId="{AEC9C9B1-483E-52D1-0BC7-9BF57197BE5C}"/>
          </ac:spMkLst>
        </pc:spChg>
        <pc:picChg chg="add mod">
          <ac:chgData name="Aditya Gawas" userId="ecda71fc839a6c8f" providerId="LiveId" clId="{E804A5C9-043D-499C-84BC-56E18AD9CA3C}" dt="2026-01-14T17:58:17.283" v="161" actId="14100"/>
          <ac:picMkLst>
            <pc:docMk/>
            <pc:sldMk cId="1708566344" sldId="262"/>
            <ac:picMk id="5" creationId="{710CF616-80E5-4719-8ABB-ACD3E1C08816}"/>
          </ac:picMkLst>
        </pc:picChg>
        <pc:picChg chg="add mod">
          <ac:chgData name="Aditya Gawas" userId="ecda71fc839a6c8f" providerId="LiveId" clId="{E804A5C9-043D-499C-84BC-56E18AD9CA3C}" dt="2026-01-14T17:59:52.082" v="198" actId="1076"/>
          <ac:picMkLst>
            <pc:docMk/>
            <pc:sldMk cId="1708566344" sldId="262"/>
            <ac:picMk id="7" creationId="{4A2E8471-B4E1-49D3-8752-5B23C57DE396}"/>
          </ac:picMkLst>
        </pc:picChg>
      </pc:sldChg>
      <pc:sldChg chg="addSp delSp modSp new mod">
        <pc:chgData name="Aditya Gawas" userId="ecda71fc839a6c8f" providerId="LiveId" clId="{E804A5C9-043D-499C-84BC-56E18AD9CA3C}" dt="2026-01-14T18:02:19.383" v="253" actId="1076"/>
        <pc:sldMkLst>
          <pc:docMk/>
          <pc:sldMk cId="2844408288" sldId="263"/>
        </pc:sldMkLst>
        <pc:spChg chg="del">
          <ac:chgData name="Aditya Gawas" userId="ecda71fc839a6c8f" providerId="LiveId" clId="{E804A5C9-043D-499C-84BC-56E18AD9CA3C}" dt="2026-01-14T17:54:08.555" v="113" actId="21"/>
          <ac:spMkLst>
            <pc:docMk/>
            <pc:sldMk cId="2844408288" sldId="263"/>
            <ac:spMk id="2" creationId="{0977F4B7-DABA-2254-F62F-4665E6B13E96}"/>
          </ac:spMkLst>
        </pc:spChg>
        <pc:spChg chg="mod">
          <ac:chgData name="Aditya Gawas" userId="ecda71fc839a6c8f" providerId="LiveId" clId="{E804A5C9-043D-499C-84BC-56E18AD9CA3C}" dt="2026-01-14T18:01:37.444" v="251" actId="20577"/>
          <ac:spMkLst>
            <pc:docMk/>
            <pc:sldMk cId="2844408288" sldId="263"/>
            <ac:spMk id="3" creationId="{A8066C71-BF37-B4FC-041E-DB0A833EE1F7}"/>
          </ac:spMkLst>
        </pc:spChg>
        <pc:picChg chg="add mod">
          <ac:chgData name="Aditya Gawas" userId="ecda71fc839a6c8f" providerId="LiveId" clId="{E804A5C9-043D-499C-84BC-56E18AD9CA3C}" dt="2026-01-14T18:00:57.773" v="228" actId="1076"/>
          <ac:picMkLst>
            <pc:docMk/>
            <pc:sldMk cId="2844408288" sldId="263"/>
            <ac:picMk id="5" creationId="{8DDB9A25-D686-1B86-74B6-1E9A93336145}"/>
          </ac:picMkLst>
        </pc:picChg>
        <pc:picChg chg="add mod">
          <ac:chgData name="Aditya Gawas" userId="ecda71fc839a6c8f" providerId="LiveId" clId="{E804A5C9-043D-499C-84BC-56E18AD9CA3C}" dt="2026-01-14T18:02:19.383" v="253" actId="1076"/>
          <ac:picMkLst>
            <pc:docMk/>
            <pc:sldMk cId="2844408288" sldId="263"/>
            <ac:picMk id="7" creationId="{11473157-C807-494E-5E1E-5CC400B965F9}"/>
          </ac:picMkLst>
        </pc:picChg>
      </pc:sldChg>
      <pc:sldChg chg="addSp delSp modSp new mod">
        <pc:chgData name="Aditya Gawas" userId="ecda71fc839a6c8f" providerId="LiveId" clId="{E804A5C9-043D-499C-84BC-56E18AD9CA3C}" dt="2026-01-14T18:03:38.379" v="286" actId="1076"/>
        <pc:sldMkLst>
          <pc:docMk/>
          <pc:sldMk cId="779520495" sldId="264"/>
        </pc:sldMkLst>
        <pc:spChg chg="del">
          <ac:chgData name="Aditya Gawas" userId="ecda71fc839a6c8f" providerId="LiveId" clId="{E804A5C9-043D-499C-84BC-56E18AD9CA3C}" dt="2026-01-14T17:54:02.435" v="112" actId="21"/>
          <ac:spMkLst>
            <pc:docMk/>
            <pc:sldMk cId="779520495" sldId="264"/>
            <ac:spMk id="2" creationId="{1D612323-78BA-3255-CEE6-AD5FEC999F7C}"/>
          </ac:spMkLst>
        </pc:spChg>
        <pc:spChg chg="mod">
          <ac:chgData name="Aditya Gawas" userId="ecda71fc839a6c8f" providerId="LiveId" clId="{E804A5C9-043D-499C-84BC-56E18AD9CA3C}" dt="2026-01-14T18:03:14.978" v="284" actId="20577"/>
          <ac:spMkLst>
            <pc:docMk/>
            <pc:sldMk cId="779520495" sldId="264"/>
            <ac:spMk id="3" creationId="{54E3164F-7973-0EBC-30AD-FE59CE15025F}"/>
          </ac:spMkLst>
        </pc:spChg>
        <pc:picChg chg="add mod">
          <ac:chgData name="Aditya Gawas" userId="ecda71fc839a6c8f" providerId="LiveId" clId="{E804A5C9-043D-499C-84BC-56E18AD9CA3C}" dt="2026-01-14T18:02:48.342" v="256" actId="14100"/>
          <ac:picMkLst>
            <pc:docMk/>
            <pc:sldMk cId="779520495" sldId="264"/>
            <ac:picMk id="5" creationId="{BF252D58-5847-8F25-0156-0EBC41CABAB7}"/>
          </ac:picMkLst>
        </pc:picChg>
        <pc:picChg chg="add mod">
          <ac:chgData name="Aditya Gawas" userId="ecda71fc839a6c8f" providerId="LiveId" clId="{E804A5C9-043D-499C-84BC-56E18AD9CA3C}" dt="2026-01-14T18:03:38.379" v="286" actId="1076"/>
          <ac:picMkLst>
            <pc:docMk/>
            <pc:sldMk cId="779520495" sldId="264"/>
            <ac:picMk id="7" creationId="{D777DF57-C77A-CE4A-CA70-664ECD65FC56}"/>
          </ac:picMkLst>
        </pc:picChg>
      </pc:sldChg>
      <pc:sldChg chg="addSp delSp modSp new mod ord">
        <pc:chgData name="Aditya Gawas" userId="ecda71fc839a6c8f" providerId="LiveId" clId="{E804A5C9-043D-499C-84BC-56E18AD9CA3C}" dt="2026-01-14T17:57:49.443" v="158" actId="1076"/>
        <pc:sldMkLst>
          <pc:docMk/>
          <pc:sldMk cId="2596180611" sldId="265"/>
        </pc:sldMkLst>
        <pc:spChg chg="del">
          <ac:chgData name="Aditya Gawas" userId="ecda71fc839a6c8f" providerId="LiveId" clId="{E804A5C9-043D-499C-84BC-56E18AD9CA3C}" dt="2026-01-14T17:53:57.546" v="111" actId="21"/>
          <ac:spMkLst>
            <pc:docMk/>
            <pc:sldMk cId="2596180611" sldId="265"/>
            <ac:spMk id="2" creationId="{79010725-B8EF-9502-7B94-0910CA2A9748}"/>
          </ac:spMkLst>
        </pc:spChg>
        <pc:spChg chg="mod">
          <ac:chgData name="Aditya Gawas" userId="ecda71fc839a6c8f" providerId="LiveId" clId="{E804A5C9-043D-499C-84BC-56E18AD9CA3C}" dt="2026-01-14T17:57:06.174" v="155" actId="20577"/>
          <ac:spMkLst>
            <pc:docMk/>
            <pc:sldMk cId="2596180611" sldId="265"/>
            <ac:spMk id="3" creationId="{6840DEC9-8F88-9D47-CD7B-888A994DC07E}"/>
          </ac:spMkLst>
        </pc:spChg>
        <pc:picChg chg="add mod">
          <ac:chgData name="Aditya Gawas" userId="ecda71fc839a6c8f" providerId="LiveId" clId="{E804A5C9-043D-499C-84BC-56E18AD9CA3C}" dt="2026-01-14T17:56:54.964" v="141" actId="1076"/>
          <ac:picMkLst>
            <pc:docMk/>
            <pc:sldMk cId="2596180611" sldId="265"/>
            <ac:picMk id="5" creationId="{B082E339-3DCE-6992-C2DF-639038BB4D0F}"/>
          </ac:picMkLst>
        </pc:picChg>
        <pc:picChg chg="add mod">
          <ac:chgData name="Aditya Gawas" userId="ecda71fc839a6c8f" providerId="LiveId" clId="{E804A5C9-043D-499C-84BC-56E18AD9CA3C}" dt="2026-01-14T17:57:49.443" v="158" actId="1076"/>
          <ac:picMkLst>
            <pc:docMk/>
            <pc:sldMk cId="2596180611" sldId="265"/>
            <ac:picMk id="7" creationId="{95FFF5B6-9305-3A66-1C88-494A26ED4DD8}"/>
          </ac:picMkLst>
        </pc:picChg>
      </pc:sldChg>
      <pc:sldChg chg="addSp delSp modSp new mod">
        <pc:chgData name="Aditya Gawas" userId="ecda71fc839a6c8f" providerId="LiveId" clId="{E804A5C9-043D-499C-84BC-56E18AD9CA3C}" dt="2026-01-14T18:10:10.536" v="359" actId="1076"/>
        <pc:sldMkLst>
          <pc:docMk/>
          <pc:sldMk cId="543489992" sldId="266"/>
        </pc:sldMkLst>
        <pc:spChg chg="del">
          <ac:chgData name="Aditya Gawas" userId="ecda71fc839a6c8f" providerId="LiveId" clId="{E804A5C9-043D-499C-84BC-56E18AD9CA3C}" dt="2026-01-14T18:03:52.433" v="292" actId="478"/>
          <ac:spMkLst>
            <pc:docMk/>
            <pc:sldMk cId="543489992" sldId="266"/>
            <ac:spMk id="2" creationId="{803FDE5E-A79B-B7FA-4286-FA98CA710721}"/>
          </ac:spMkLst>
        </pc:spChg>
        <pc:spChg chg="mod">
          <ac:chgData name="Aditya Gawas" userId="ecda71fc839a6c8f" providerId="LiveId" clId="{E804A5C9-043D-499C-84BC-56E18AD9CA3C}" dt="2026-01-14T18:09:47.519" v="357" actId="20577"/>
          <ac:spMkLst>
            <pc:docMk/>
            <pc:sldMk cId="543489992" sldId="266"/>
            <ac:spMk id="3" creationId="{18034BE2-9B69-DD08-9BBC-A237045D0C86}"/>
          </ac:spMkLst>
        </pc:spChg>
        <pc:picChg chg="add mod">
          <ac:chgData name="Aditya Gawas" userId="ecda71fc839a6c8f" providerId="LiveId" clId="{E804A5C9-043D-499C-84BC-56E18AD9CA3C}" dt="2026-01-14T18:09:42.129" v="355" actId="1076"/>
          <ac:picMkLst>
            <pc:docMk/>
            <pc:sldMk cId="543489992" sldId="266"/>
            <ac:picMk id="5" creationId="{9632EF1C-D112-C691-E621-C8C19A860454}"/>
          </ac:picMkLst>
        </pc:picChg>
        <pc:picChg chg="add mod">
          <ac:chgData name="Aditya Gawas" userId="ecda71fc839a6c8f" providerId="LiveId" clId="{E804A5C9-043D-499C-84BC-56E18AD9CA3C}" dt="2026-01-14T18:10:10.536" v="359" actId="1076"/>
          <ac:picMkLst>
            <pc:docMk/>
            <pc:sldMk cId="543489992" sldId="266"/>
            <ac:picMk id="7" creationId="{2331B087-A079-C987-6C1E-3BE0E92D6500}"/>
          </ac:picMkLst>
        </pc:picChg>
      </pc:sldChg>
      <pc:sldChg chg="new del">
        <pc:chgData name="Aditya Gawas" userId="ecda71fc839a6c8f" providerId="LiveId" clId="{E804A5C9-043D-499C-84BC-56E18AD9CA3C}" dt="2026-01-14T17:58:32.809" v="163" actId="47"/>
        <pc:sldMkLst>
          <pc:docMk/>
          <pc:sldMk cId="3884450015" sldId="266"/>
        </pc:sldMkLst>
      </pc:sldChg>
      <pc:sldChg chg="addSp delSp modSp new mod">
        <pc:chgData name="Aditya Gawas" userId="ecda71fc839a6c8f" providerId="LiveId" clId="{E804A5C9-043D-499C-84BC-56E18AD9CA3C}" dt="2026-01-14T18:11:45.716" v="379" actId="14100"/>
        <pc:sldMkLst>
          <pc:docMk/>
          <pc:sldMk cId="3921363772" sldId="267"/>
        </pc:sldMkLst>
        <pc:spChg chg="del">
          <ac:chgData name="Aditya Gawas" userId="ecda71fc839a6c8f" providerId="LiveId" clId="{E804A5C9-043D-499C-84BC-56E18AD9CA3C}" dt="2026-01-14T18:04:09.038" v="295" actId="478"/>
          <ac:spMkLst>
            <pc:docMk/>
            <pc:sldMk cId="3921363772" sldId="267"/>
            <ac:spMk id="2" creationId="{FF89DC3B-D47C-0A96-1986-A3E1C1F57476}"/>
          </ac:spMkLst>
        </pc:spChg>
        <pc:spChg chg="mod">
          <ac:chgData name="Aditya Gawas" userId="ecda71fc839a6c8f" providerId="LiveId" clId="{E804A5C9-043D-499C-84BC-56E18AD9CA3C}" dt="2026-01-14T18:11:20.117" v="376" actId="20577"/>
          <ac:spMkLst>
            <pc:docMk/>
            <pc:sldMk cId="3921363772" sldId="267"/>
            <ac:spMk id="3" creationId="{F69A54EB-C9C1-59AB-0B94-5A74E23D9957}"/>
          </ac:spMkLst>
        </pc:spChg>
        <pc:picChg chg="add mod">
          <ac:chgData name="Aditya Gawas" userId="ecda71fc839a6c8f" providerId="LiveId" clId="{E804A5C9-043D-499C-84BC-56E18AD9CA3C}" dt="2026-01-14T18:10:47.116" v="361" actId="1076"/>
          <ac:picMkLst>
            <pc:docMk/>
            <pc:sldMk cId="3921363772" sldId="267"/>
            <ac:picMk id="5" creationId="{54193BDF-A173-E060-C05E-E0BF00FC782A}"/>
          </ac:picMkLst>
        </pc:picChg>
        <pc:picChg chg="add mod">
          <ac:chgData name="Aditya Gawas" userId="ecda71fc839a6c8f" providerId="LiveId" clId="{E804A5C9-043D-499C-84BC-56E18AD9CA3C}" dt="2026-01-14T18:11:45.716" v="379" actId="14100"/>
          <ac:picMkLst>
            <pc:docMk/>
            <pc:sldMk cId="3921363772" sldId="267"/>
            <ac:picMk id="7" creationId="{71A5A306-A29C-0AE6-4F10-7CA1FCE8671B}"/>
          </ac:picMkLst>
        </pc:picChg>
      </pc:sldChg>
      <pc:sldChg chg="addSp delSp modSp new mod">
        <pc:chgData name="Aditya Gawas" userId="ecda71fc839a6c8f" providerId="LiveId" clId="{E804A5C9-043D-499C-84BC-56E18AD9CA3C}" dt="2026-01-14T18:14:32.572" v="424" actId="1076"/>
        <pc:sldMkLst>
          <pc:docMk/>
          <pc:sldMk cId="2507557392" sldId="268"/>
        </pc:sldMkLst>
        <pc:spChg chg="del">
          <ac:chgData name="Aditya Gawas" userId="ecda71fc839a6c8f" providerId="LiveId" clId="{E804A5C9-043D-499C-84BC-56E18AD9CA3C}" dt="2026-01-14T18:04:25.163" v="297" actId="478"/>
          <ac:spMkLst>
            <pc:docMk/>
            <pc:sldMk cId="2507557392" sldId="268"/>
            <ac:spMk id="2" creationId="{D796362C-4286-306C-48AD-97306B64ACA8}"/>
          </ac:spMkLst>
        </pc:spChg>
        <pc:spChg chg="mod">
          <ac:chgData name="Aditya Gawas" userId="ecda71fc839a6c8f" providerId="LiveId" clId="{E804A5C9-043D-499C-84BC-56E18AD9CA3C}" dt="2026-01-14T18:14:05.264" v="421" actId="20578"/>
          <ac:spMkLst>
            <pc:docMk/>
            <pc:sldMk cId="2507557392" sldId="268"/>
            <ac:spMk id="3" creationId="{3228C8CE-4AA4-BD1D-9A33-79079E1CD497}"/>
          </ac:spMkLst>
        </pc:spChg>
        <pc:picChg chg="add mod">
          <ac:chgData name="Aditya Gawas" userId="ecda71fc839a6c8f" providerId="LiveId" clId="{E804A5C9-043D-499C-84BC-56E18AD9CA3C}" dt="2026-01-14T18:14:12.526" v="422" actId="14100"/>
          <ac:picMkLst>
            <pc:docMk/>
            <pc:sldMk cId="2507557392" sldId="268"/>
            <ac:picMk id="5" creationId="{6A75CB28-FF39-6FE8-57F4-5D98FAE7F0B2}"/>
          </ac:picMkLst>
        </pc:picChg>
        <pc:picChg chg="add mod">
          <ac:chgData name="Aditya Gawas" userId="ecda71fc839a6c8f" providerId="LiveId" clId="{E804A5C9-043D-499C-84BC-56E18AD9CA3C}" dt="2026-01-14T18:14:32.572" v="424" actId="1076"/>
          <ac:picMkLst>
            <pc:docMk/>
            <pc:sldMk cId="2507557392" sldId="268"/>
            <ac:picMk id="7" creationId="{38F906EE-555A-8C4F-914C-CAF7B8EE327B}"/>
          </ac:picMkLst>
        </pc:picChg>
      </pc:sldChg>
      <pc:sldChg chg="addSp delSp modSp new mod">
        <pc:chgData name="Aditya Gawas" userId="ecda71fc839a6c8f" providerId="LiveId" clId="{E804A5C9-043D-499C-84BC-56E18AD9CA3C}" dt="2026-01-14T18:16:53.399" v="450" actId="1076"/>
        <pc:sldMkLst>
          <pc:docMk/>
          <pc:sldMk cId="1792751420" sldId="269"/>
        </pc:sldMkLst>
        <pc:spChg chg="del">
          <ac:chgData name="Aditya Gawas" userId="ecda71fc839a6c8f" providerId="LiveId" clId="{E804A5C9-043D-499C-84BC-56E18AD9CA3C}" dt="2026-01-14T18:04:39.555" v="299" actId="478"/>
          <ac:spMkLst>
            <pc:docMk/>
            <pc:sldMk cId="1792751420" sldId="269"/>
            <ac:spMk id="2" creationId="{8A132021-61A9-D09B-7B5B-93E091BD1E4F}"/>
          </ac:spMkLst>
        </pc:spChg>
        <pc:spChg chg="mod">
          <ac:chgData name="Aditya Gawas" userId="ecda71fc839a6c8f" providerId="LiveId" clId="{E804A5C9-043D-499C-84BC-56E18AD9CA3C}" dt="2026-01-14T18:16:14.090" v="448" actId="20577"/>
          <ac:spMkLst>
            <pc:docMk/>
            <pc:sldMk cId="1792751420" sldId="269"/>
            <ac:spMk id="3" creationId="{A4EAA288-CC9A-F96D-529B-53C2CB3F37B1}"/>
          </ac:spMkLst>
        </pc:spChg>
        <pc:picChg chg="add mod">
          <ac:chgData name="Aditya Gawas" userId="ecda71fc839a6c8f" providerId="LiveId" clId="{E804A5C9-043D-499C-84BC-56E18AD9CA3C}" dt="2026-01-14T18:16:10.431" v="446" actId="14100"/>
          <ac:picMkLst>
            <pc:docMk/>
            <pc:sldMk cId="1792751420" sldId="269"/>
            <ac:picMk id="5" creationId="{261678DD-6295-90F3-1207-7ABCDF5EB80F}"/>
          </ac:picMkLst>
        </pc:picChg>
        <pc:picChg chg="add mod">
          <ac:chgData name="Aditya Gawas" userId="ecda71fc839a6c8f" providerId="LiveId" clId="{E804A5C9-043D-499C-84BC-56E18AD9CA3C}" dt="2026-01-14T18:16:53.399" v="450" actId="1076"/>
          <ac:picMkLst>
            <pc:docMk/>
            <pc:sldMk cId="1792751420" sldId="269"/>
            <ac:picMk id="7" creationId="{F6623AC0-9A16-817C-F39B-0E4722425386}"/>
          </ac:picMkLst>
        </pc:picChg>
      </pc:sldChg>
      <pc:sldChg chg="addSp delSp modSp new mod">
        <pc:chgData name="Aditya Gawas" userId="ecda71fc839a6c8f" providerId="LiveId" clId="{E804A5C9-043D-499C-84BC-56E18AD9CA3C}" dt="2026-01-14T18:18:47.340" v="476" actId="1076"/>
        <pc:sldMkLst>
          <pc:docMk/>
          <pc:sldMk cId="707273885" sldId="270"/>
        </pc:sldMkLst>
        <pc:spChg chg="del">
          <ac:chgData name="Aditya Gawas" userId="ecda71fc839a6c8f" providerId="LiveId" clId="{E804A5C9-043D-499C-84BC-56E18AD9CA3C}" dt="2026-01-14T18:04:54.680" v="302" actId="478"/>
          <ac:spMkLst>
            <pc:docMk/>
            <pc:sldMk cId="707273885" sldId="270"/>
            <ac:spMk id="2" creationId="{019F7244-C9E2-35E0-D0F4-9D8B77681A21}"/>
          </ac:spMkLst>
        </pc:spChg>
        <pc:spChg chg="mod">
          <ac:chgData name="Aditya Gawas" userId="ecda71fc839a6c8f" providerId="LiveId" clId="{E804A5C9-043D-499C-84BC-56E18AD9CA3C}" dt="2026-01-14T18:18:17.188" v="474" actId="5793"/>
          <ac:spMkLst>
            <pc:docMk/>
            <pc:sldMk cId="707273885" sldId="270"/>
            <ac:spMk id="3" creationId="{841480E4-C0E4-7231-D3F7-CE784A7D4BA6}"/>
          </ac:spMkLst>
        </pc:spChg>
        <pc:picChg chg="add mod">
          <ac:chgData name="Aditya Gawas" userId="ecda71fc839a6c8f" providerId="LiveId" clId="{E804A5C9-043D-499C-84BC-56E18AD9CA3C}" dt="2026-01-14T18:18:01.517" v="457" actId="14100"/>
          <ac:picMkLst>
            <pc:docMk/>
            <pc:sldMk cId="707273885" sldId="270"/>
            <ac:picMk id="5" creationId="{19DF1DD9-D257-F47A-40B2-6ED1EF344033}"/>
          </ac:picMkLst>
        </pc:picChg>
        <pc:picChg chg="add mod">
          <ac:chgData name="Aditya Gawas" userId="ecda71fc839a6c8f" providerId="LiveId" clId="{E804A5C9-043D-499C-84BC-56E18AD9CA3C}" dt="2026-01-14T18:18:05.295" v="458" actId="14100"/>
          <ac:picMkLst>
            <pc:docMk/>
            <pc:sldMk cId="707273885" sldId="270"/>
            <ac:picMk id="7" creationId="{6DA6A684-621D-E06E-8496-1D28859DFB0D}"/>
          </ac:picMkLst>
        </pc:picChg>
        <pc:picChg chg="add mod">
          <ac:chgData name="Aditya Gawas" userId="ecda71fc839a6c8f" providerId="LiveId" clId="{E804A5C9-043D-499C-84BC-56E18AD9CA3C}" dt="2026-01-14T18:18:47.340" v="476" actId="1076"/>
          <ac:picMkLst>
            <pc:docMk/>
            <pc:sldMk cId="707273885" sldId="270"/>
            <ac:picMk id="9" creationId="{469FC234-C194-2F22-F40D-19EC3AEFC996}"/>
          </ac:picMkLst>
        </pc:picChg>
      </pc:sldChg>
      <pc:sldChg chg="addSp delSp modSp new mod">
        <pc:chgData name="Aditya Gawas" userId="ecda71fc839a6c8f" providerId="LiveId" clId="{E804A5C9-043D-499C-84BC-56E18AD9CA3C}" dt="2026-01-14T18:20:09.019" v="499" actId="14100"/>
        <pc:sldMkLst>
          <pc:docMk/>
          <pc:sldMk cId="977746595" sldId="271"/>
        </pc:sldMkLst>
        <pc:spChg chg="del">
          <ac:chgData name="Aditya Gawas" userId="ecda71fc839a6c8f" providerId="LiveId" clId="{E804A5C9-043D-499C-84BC-56E18AD9CA3C}" dt="2026-01-14T18:07:57.677" v="322" actId="478"/>
          <ac:spMkLst>
            <pc:docMk/>
            <pc:sldMk cId="977746595" sldId="271"/>
            <ac:spMk id="2" creationId="{3E7C97DA-368B-20E1-0CAD-247D4798FBCA}"/>
          </ac:spMkLst>
        </pc:spChg>
        <pc:spChg chg="mod">
          <ac:chgData name="Aditya Gawas" userId="ecda71fc839a6c8f" providerId="LiveId" clId="{E804A5C9-043D-499C-84BC-56E18AD9CA3C}" dt="2026-01-14T18:19:37.244" v="496" actId="20577"/>
          <ac:spMkLst>
            <pc:docMk/>
            <pc:sldMk cId="977746595" sldId="271"/>
            <ac:spMk id="3" creationId="{FC5B6E09-088A-5295-15AB-02223041CF4F}"/>
          </ac:spMkLst>
        </pc:spChg>
        <pc:picChg chg="add mod">
          <ac:chgData name="Aditya Gawas" userId="ecda71fc839a6c8f" providerId="LiveId" clId="{E804A5C9-043D-499C-84BC-56E18AD9CA3C}" dt="2026-01-14T18:19:23.958" v="481" actId="14100"/>
          <ac:picMkLst>
            <pc:docMk/>
            <pc:sldMk cId="977746595" sldId="271"/>
            <ac:picMk id="5" creationId="{FD293BEA-43FC-488A-8BE7-9D5FE48D9472}"/>
          </ac:picMkLst>
        </pc:picChg>
        <pc:picChg chg="add mod">
          <ac:chgData name="Aditya Gawas" userId="ecda71fc839a6c8f" providerId="LiveId" clId="{E804A5C9-043D-499C-84BC-56E18AD9CA3C}" dt="2026-01-14T18:20:09.019" v="499" actId="14100"/>
          <ac:picMkLst>
            <pc:docMk/>
            <pc:sldMk cId="977746595" sldId="271"/>
            <ac:picMk id="7" creationId="{89981B40-27D8-7AA8-19C9-E5FF6C4B6DD6}"/>
          </ac:picMkLst>
        </pc:picChg>
      </pc:sldChg>
      <pc:sldChg chg="addSp delSp modSp new mod">
        <pc:chgData name="Aditya Gawas" userId="ecda71fc839a6c8f" providerId="LiveId" clId="{E804A5C9-043D-499C-84BC-56E18AD9CA3C}" dt="2026-01-14T18:25:46.529" v="557" actId="14100"/>
        <pc:sldMkLst>
          <pc:docMk/>
          <pc:sldMk cId="413511564" sldId="272"/>
        </pc:sldMkLst>
        <pc:spChg chg="del">
          <ac:chgData name="Aditya Gawas" userId="ecda71fc839a6c8f" providerId="LiveId" clId="{E804A5C9-043D-499C-84BC-56E18AD9CA3C}" dt="2026-01-14T18:21:11.971" v="505" actId="478"/>
          <ac:spMkLst>
            <pc:docMk/>
            <pc:sldMk cId="413511564" sldId="272"/>
            <ac:spMk id="2" creationId="{C5949FC1-5008-E415-0253-AD4F0FF5633A}"/>
          </ac:spMkLst>
        </pc:spChg>
        <pc:spChg chg="mod">
          <ac:chgData name="Aditya Gawas" userId="ecda71fc839a6c8f" providerId="LiveId" clId="{E804A5C9-043D-499C-84BC-56E18AD9CA3C}" dt="2026-01-14T18:25:39.325" v="554" actId="20577"/>
          <ac:spMkLst>
            <pc:docMk/>
            <pc:sldMk cId="413511564" sldId="272"/>
            <ac:spMk id="3" creationId="{A93DFC46-30E1-5147-F5A2-F13396BED2E9}"/>
          </ac:spMkLst>
        </pc:spChg>
        <pc:picChg chg="add mod">
          <ac:chgData name="Aditya Gawas" userId="ecda71fc839a6c8f" providerId="LiveId" clId="{E804A5C9-043D-499C-84BC-56E18AD9CA3C}" dt="2026-01-14T18:25:01.510" v="530" actId="1076"/>
          <ac:picMkLst>
            <pc:docMk/>
            <pc:sldMk cId="413511564" sldId="272"/>
            <ac:picMk id="5" creationId="{E3DF0855-049B-9098-EB77-908644D44C24}"/>
          </ac:picMkLst>
        </pc:picChg>
        <pc:picChg chg="add mod">
          <ac:chgData name="Aditya Gawas" userId="ecda71fc839a6c8f" providerId="LiveId" clId="{E804A5C9-043D-499C-84BC-56E18AD9CA3C}" dt="2026-01-14T18:25:46.529" v="557" actId="14100"/>
          <ac:picMkLst>
            <pc:docMk/>
            <pc:sldMk cId="413511564" sldId="272"/>
            <ac:picMk id="7" creationId="{355841E9-E3AC-CC41-F4AE-C58075333E0B}"/>
          </ac:picMkLst>
        </pc:picChg>
      </pc:sldChg>
      <pc:sldChg chg="addSp delSp modSp new mod">
        <pc:chgData name="Aditya Gawas" userId="ecda71fc839a6c8f" providerId="LiveId" clId="{E804A5C9-043D-499C-84BC-56E18AD9CA3C}" dt="2026-01-14T18:26:48.792" v="578" actId="1076"/>
        <pc:sldMkLst>
          <pc:docMk/>
          <pc:sldMk cId="2785202070" sldId="273"/>
        </pc:sldMkLst>
        <pc:spChg chg="del">
          <ac:chgData name="Aditya Gawas" userId="ecda71fc839a6c8f" providerId="LiveId" clId="{E804A5C9-043D-499C-84BC-56E18AD9CA3C}" dt="2026-01-14T18:21:20.625" v="506" actId="478"/>
          <ac:spMkLst>
            <pc:docMk/>
            <pc:sldMk cId="2785202070" sldId="273"/>
            <ac:spMk id="2" creationId="{4DCD3CB7-7F5E-43B6-4F62-992176A6BF7F}"/>
          </ac:spMkLst>
        </pc:spChg>
        <pc:spChg chg="mod">
          <ac:chgData name="Aditya Gawas" userId="ecda71fc839a6c8f" providerId="LiveId" clId="{E804A5C9-043D-499C-84BC-56E18AD9CA3C}" dt="2026-01-14T18:26:29.079" v="576" actId="5793"/>
          <ac:spMkLst>
            <pc:docMk/>
            <pc:sldMk cId="2785202070" sldId="273"/>
            <ac:spMk id="3" creationId="{CA53F5B7-C524-CCFE-BF96-BE8EFDF2382C}"/>
          </ac:spMkLst>
        </pc:spChg>
        <pc:picChg chg="add mod">
          <ac:chgData name="Aditya Gawas" userId="ecda71fc839a6c8f" providerId="LiveId" clId="{E804A5C9-043D-499C-84BC-56E18AD9CA3C}" dt="2026-01-14T18:26:07.186" v="559" actId="1076"/>
          <ac:picMkLst>
            <pc:docMk/>
            <pc:sldMk cId="2785202070" sldId="273"/>
            <ac:picMk id="5" creationId="{4AD6D5F9-30F2-1B7D-D647-5661FA696C43}"/>
          </ac:picMkLst>
        </pc:picChg>
        <pc:picChg chg="add mod">
          <ac:chgData name="Aditya Gawas" userId="ecda71fc839a6c8f" providerId="LiveId" clId="{E804A5C9-043D-499C-84BC-56E18AD9CA3C}" dt="2026-01-14T18:26:48.792" v="578" actId="1076"/>
          <ac:picMkLst>
            <pc:docMk/>
            <pc:sldMk cId="2785202070" sldId="273"/>
            <ac:picMk id="7" creationId="{AB87032E-9801-D9B6-6436-369E47E27002}"/>
          </ac:picMkLst>
        </pc:picChg>
      </pc:sldChg>
      <pc:sldChg chg="addSp delSp modSp new mod">
        <pc:chgData name="Aditya Gawas" userId="ecda71fc839a6c8f" providerId="LiveId" clId="{E804A5C9-043D-499C-84BC-56E18AD9CA3C}" dt="2026-01-14T18:28:12.099" v="606" actId="1076"/>
        <pc:sldMkLst>
          <pc:docMk/>
          <pc:sldMk cId="2690640780" sldId="274"/>
        </pc:sldMkLst>
        <pc:spChg chg="del">
          <ac:chgData name="Aditya Gawas" userId="ecda71fc839a6c8f" providerId="LiveId" clId="{E804A5C9-043D-499C-84BC-56E18AD9CA3C}" dt="2026-01-14T18:21:24.783" v="507" actId="478"/>
          <ac:spMkLst>
            <pc:docMk/>
            <pc:sldMk cId="2690640780" sldId="274"/>
            <ac:spMk id="2" creationId="{0D0DB7EB-3B3B-1151-DBCD-A758D606BCC1}"/>
          </ac:spMkLst>
        </pc:spChg>
        <pc:spChg chg="mod">
          <ac:chgData name="Aditya Gawas" userId="ecda71fc839a6c8f" providerId="LiveId" clId="{E804A5C9-043D-499C-84BC-56E18AD9CA3C}" dt="2026-01-14T18:27:50.757" v="604" actId="5793"/>
          <ac:spMkLst>
            <pc:docMk/>
            <pc:sldMk cId="2690640780" sldId="274"/>
            <ac:spMk id="3" creationId="{FF47C616-B544-1AA2-0DC4-2E0D6E0D7E9E}"/>
          </ac:spMkLst>
        </pc:spChg>
        <pc:picChg chg="add mod">
          <ac:chgData name="Aditya Gawas" userId="ecda71fc839a6c8f" providerId="LiveId" clId="{E804A5C9-043D-499C-84BC-56E18AD9CA3C}" dt="2026-01-14T18:27:25.560" v="581" actId="14100"/>
          <ac:picMkLst>
            <pc:docMk/>
            <pc:sldMk cId="2690640780" sldId="274"/>
            <ac:picMk id="5" creationId="{977EA85D-B1CF-D846-C4A4-F2F0248DFCAD}"/>
          </ac:picMkLst>
        </pc:picChg>
        <pc:picChg chg="add mod">
          <ac:chgData name="Aditya Gawas" userId="ecda71fc839a6c8f" providerId="LiveId" clId="{E804A5C9-043D-499C-84BC-56E18AD9CA3C}" dt="2026-01-14T18:28:12.099" v="606" actId="1076"/>
          <ac:picMkLst>
            <pc:docMk/>
            <pc:sldMk cId="2690640780" sldId="274"/>
            <ac:picMk id="7" creationId="{DB918D12-B1AA-5A8F-E72B-240161B26854}"/>
          </ac:picMkLst>
        </pc:picChg>
      </pc:sldChg>
      <pc:sldChg chg="addSp delSp modSp new mod">
        <pc:chgData name="Aditya Gawas" userId="ecda71fc839a6c8f" providerId="LiveId" clId="{E804A5C9-043D-499C-84BC-56E18AD9CA3C}" dt="2026-01-14T18:29:26.129" v="628" actId="1076"/>
        <pc:sldMkLst>
          <pc:docMk/>
          <pc:sldMk cId="2172174647" sldId="275"/>
        </pc:sldMkLst>
        <pc:spChg chg="del">
          <ac:chgData name="Aditya Gawas" userId="ecda71fc839a6c8f" providerId="LiveId" clId="{E804A5C9-043D-499C-84BC-56E18AD9CA3C}" dt="2026-01-14T18:21:29.799" v="508" actId="478"/>
          <ac:spMkLst>
            <pc:docMk/>
            <pc:sldMk cId="2172174647" sldId="275"/>
            <ac:spMk id="2" creationId="{7AF1F816-0553-34AB-2CFA-A6BFA723FE1B}"/>
          </ac:spMkLst>
        </pc:spChg>
        <pc:spChg chg="mod">
          <ac:chgData name="Aditya Gawas" userId="ecda71fc839a6c8f" providerId="LiveId" clId="{E804A5C9-043D-499C-84BC-56E18AD9CA3C}" dt="2026-01-14T18:29:04.886" v="626" actId="5793"/>
          <ac:spMkLst>
            <pc:docMk/>
            <pc:sldMk cId="2172174647" sldId="275"/>
            <ac:spMk id="3" creationId="{045B66BC-BD0F-F500-8E05-25BB5C0F1840}"/>
          </ac:spMkLst>
        </pc:spChg>
        <pc:picChg chg="add mod">
          <ac:chgData name="Aditya Gawas" userId="ecda71fc839a6c8f" providerId="LiveId" clId="{E804A5C9-043D-499C-84BC-56E18AD9CA3C}" dt="2026-01-14T18:28:48.334" v="609" actId="1076"/>
          <ac:picMkLst>
            <pc:docMk/>
            <pc:sldMk cId="2172174647" sldId="275"/>
            <ac:picMk id="5" creationId="{C10E9188-D6C5-75ED-3B0C-936DCC5C9D02}"/>
          </ac:picMkLst>
        </pc:picChg>
        <pc:picChg chg="add mod">
          <ac:chgData name="Aditya Gawas" userId="ecda71fc839a6c8f" providerId="LiveId" clId="{E804A5C9-043D-499C-84BC-56E18AD9CA3C}" dt="2026-01-14T18:29:26.129" v="628" actId="1076"/>
          <ac:picMkLst>
            <pc:docMk/>
            <pc:sldMk cId="2172174647" sldId="275"/>
            <ac:picMk id="7" creationId="{1B3EF78E-7B46-A442-3249-18C701AFE010}"/>
          </ac:picMkLst>
        </pc:picChg>
      </pc:sldChg>
      <pc:sldChg chg="addSp delSp modSp new mod">
        <pc:chgData name="Aditya Gawas" userId="ecda71fc839a6c8f" providerId="LiveId" clId="{E804A5C9-043D-499C-84BC-56E18AD9CA3C}" dt="2026-01-14T18:37:07.122" v="681" actId="1076"/>
        <pc:sldMkLst>
          <pc:docMk/>
          <pc:sldMk cId="91932456" sldId="276"/>
        </pc:sldMkLst>
        <pc:spChg chg="del">
          <ac:chgData name="Aditya Gawas" userId="ecda71fc839a6c8f" providerId="LiveId" clId="{E804A5C9-043D-499C-84BC-56E18AD9CA3C}" dt="2026-01-14T18:21:34.731" v="509" actId="478"/>
          <ac:spMkLst>
            <pc:docMk/>
            <pc:sldMk cId="91932456" sldId="276"/>
            <ac:spMk id="2" creationId="{6BD27EEE-1C69-221E-4DAD-217DC7ADB09A}"/>
          </ac:spMkLst>
        </pc:spChg>
        <pc:spChg chg="mod">
          <ac:chgData name="Aditya Gawas" userId="ecda71fc839a6c8f" providerId="LiveId" clId="{E804A5C9-043D-499C-84BC-56E18AD9CA3C}" dt="2026-01-14T18:36:36.857" v="679" actId="20577"/>
          <ac:spMkLst>
            <pc:docMk/>
            <pc:sldMk cId="91932456" sldId="276"/>
            <ac:spMk id="3" creationId="{3D268493-A6D7-E0D3-66ED-02807AA24E91}"/>
          </ac:spMkLst>
        </pc:spChg>
        <pc:picChg chg="add mod">
          <ac:chgData name="Aditya Gawas" userId="ecda71fc839a6c8f" providerId="LiveId" clId="{E804A5C9-043D-499C-84BC-56E18AD9CA3C}" dt="2026-01-14T18:36:30.487" v="674" actId="14100"/>
          <ac:picMkLst>
            <pc:docMk/>
            <pc:sldMk cId="91932456" sldId="276"/>
            <ac:picMk id="5" creationId="{12DA5837-8B8E-8621-299D-29FBE8049048}"/>
          </ac:picMkLst>
        </pc:picChg>
        <pc:picChg chg="add mod">
          <ac:chgData name="Aditya Gawas" userId="ecda71fc839a6c8f" providerId="LiveId" clId="{E804A5C9-043D-499C-84BC-56E18AD9CA3C}" dt="2026-01-14T18:37:07.122" v="681" actId="1076"/>
          <ac:picMkLst>
            <pc:docMk/>
            <pc:sldMk cId="91932456" sldId="276"/>
            <ac:picMk id="7" creationId="{9E23B30A-7198-8E3E-65EA-9092C7A12B3F}"/>
          </ac:picMkLst>
        </pc:picChg>
      </pc:sldChg>
      <pc:sldChg chg="addSp delSp modSp new mod">
        <pc:chgData name="Aditya Gawas" userId="ecda71fc839a6c8f" providerId="LiveId" clId="{E804A5C9-043D-499C-84BC-56E18AD9CA3C}" dt="2026-01-14T18:38:35.344" v="726" actId="1076"/>
        <pc:sldMkLst>
          <pc:docMk/>
          <pc:sldMk cId="1457464295" sldId="277"/>
        </pc:sldMkLst>
        <pc:spChg chg="del">
          <ac:chgData name="Aditya Gawas" userId="ecda71fc839a6c8f" providerId="LiveId" clId="{E804A5C9-043D-499C-84BC-56E18AD9CA3C}" dt="2026-01-14T18:29:44.809" v="633" actId="478"/>
          <ac:spMkLst>
            <pc:docMk/>
            <pc:sldMk cId="1457464295" sldId="277"/>
            <ac:spMk id="2" creationId="{D492BEBE-A4E5-4770-A993-E8C552379B6E}"/>
          </ac:spMkLst>
        </pc:spChg>
        <pc:spChg chg="mod">
          <ac:chgData name="Aditya Gawas" userId="ecda71fc839a6c8f" providerId="LiveId" clId="{E804A5C9-043D-499C-84BC-56E18AD9CA3C}" dt="2026-01-14T18:38:33.596" v="725" actId="5793"/>
          <ac:spMkLst>
            <pc:docMk/>
            <pc:sldMk cId="1457464295" sldId="277"/>
            <ac:spMk id="3" creationId="{A7A90291-A200-0A94-4F99-E3D98EE2B68A}"/>
          </ac:spMkLst>
        </pc:spChg>
        <pc:picChg chg="add mod">
          <ac:chgData name="Aditya Gawas" userId="ecda71fc839a6c8f" providerId="LiveId" clId="{E804A5C9-043D-499C-84BC-56E18AD9CA3C}" dt="2026-01-14T18:37:41.056" v="684" actId="1076"/>
          <ac:picMkLst>
            <pc:docMk/>
            <pc:sldMk cId="1457464295" sldId="277"/>
            <ac:picMk id="5" creationId="{EFD8521A-7CF0-49F3-9EC2-F525A59CC914}"/>
          </ac:picMkLst>
        </pc:picChg>
        <pc:picChg chg="add mod">
          <ac:chgData name="Aditya Gawas" userId="ecda71fc839a6c8f" providerId="LiveId" clId="{E804A5C9-043D-499C-84BC-56E18AD9CA3C}" dt="2026-01-14T18:38:35.344" v="726" actId="1076"/>
          <ac:picMkLst>
            <pc:docMk/>
            <pc:sldMk cId="1457464295" sldId="277"/>
            <ac:picMk id="7" creationId="{44128759-62CD-497F-ECC0-023F625585B5}"/>
          </ac:picMkLst>
        </pc:picChg>
      </pc:sldChg>
      <pc:sldChg chg="addSp delSp modSp new mod">
        <pc:chgData name="Aditya Gawas" userId="ecda71fc839a6c8f" providerId="LiveId" clId="{E804A5C9-043D-499C-84BC-56E18AD9CA3C}" dt="2026-01-14T18:41:54.376" v="771" actId="1076"/>
        <pc:sldMkLst>
          <pc:docMk/>
          <pc:sldMk cId="4193606577" sldId="278"/>
        </pc:sldMkLst>
        <pc:spChg chg="del">
          <ac:chgData name="Aditya Gawas" userId="ecda71fc839a6c8f" providerId="LiveId" clId="{E804A5C9-043D-499C-84BC-56E18AD9CA3C}" dt="2026-01-14T18:29:50.603" v="634" actId="478"/>
          <ac:spMkLst>
            <pc:docMk/>
            <pc:sldMk cId="4193606577" sldId="278"/>
            <ac:spMk id="2" creationId="{24AB9FD3-71F2-6293-23BC-6BC6CD409397}"/>
          </ac:spMkLst>
        </pc:spChg>
        <pc:spChg chg="mod">
          <ac:chgData name="Aditya Gawas" userId="ecda71fc839a6c8f" providerId="LiveId" clId="{E804A5C9-043D-499C-84BC-56E18AD9CA3C}" dt="2026-01-14T18:41:47.281" v="769" actId="5793"/>
          <ac:spMkLst>
            <pc:docMk/>
            <pc:sldMk cId="4193606577" sldId="278"/>
            <ac:spMk id="3" creationId="{48A986B3-DA34-5DD7-3015-C57F27265D54}"/>
          </ac:spMkLst>
        </pc:spChg>
        <pc:picChg chg="add mod">
          <ac:chgData name="Aditya Gawas" userId="ecda71fc839a6c8f" providerId="LiveId" clId="{E804A5C9-043D-499C-84BC-56E18AD9CA3C}" dt="2026-01-14T18:39:41.292" v="729" actId="14100"/>
          <ac:picMkLst>
            <pc:docMk/>
            <pc:sldMk cId="4193606577" sldId="278"/>
            <ac:picMk id="5" creationId="{D4928202-18F1-BA47-79F4-679DF56ABA4B}"/>
          </ac:picMkLst>
        </pc:picChg>
        <pc:picChg chg="add mod">
          <ac:chgData name="Aditya Gawas" userId="ecda71fc839a6c8f" providerId="LiveId" clId="{E804A5C9-043D-499C-84BC-56E18AD9CA3C}" dt="2026-01-14T18:41:33.819" v="745" actId="14100"/>
          <ac:picMkLst>
            <pc:docMk/>
            <pc:sldMk cId="4193606577" sldId="278"/>
            <ac:picMk id="7" creationId="{204DDA92-FAAB-2049-846C-53AFAC508957}"/>
          </ac:picMkLst>
        </pc:picChg>
        <pc:picChg chg="add mod">
          <ac:chgData name="Aditya Gawas" userId="ecda71fc839a6c8f" providerId="LiveId" clId="{E804A5C9-043D-499C-84BC-56E18AD9CA3C}" dt="2026-01-14T18:41:54.376" v="771" actId="1076"/>
          <ac:picMkLst>
            <pc:docMk/>
            <pc:sldMk cId="4193606577" sldId="278"/>
            <ac:picMk id="9" creationId="{AB34CED1-5049-1241-D330-D70FCC0D8D50}"/>
          </ac:picMkLst>
        </pc:picChg>
      </pc:sldChg>
      <pc:sldChg chg="delSp modSp new mod">
        <pc:chgData name="Aditya Gawas" userId="ecda71fc839a6c8f" providerId="LiveId" clId="{E804A5C9-043D-499C-84BC-56E18AD9CA3C}" dt="2026-01-14T19:03:03.775" v="1099" actId="20577"/>
        <pc:sldMkLst>
          <pc:docMk/>
          <pc:sldMk cId="95681725" sldId="279"/>
        </pc:sldMkLst>
        <pc:spChg chg="del">
          <ac:chgData name="Aditya Gawas" userId="ecda71fc839a6c8f" providerId="LiveId" clId="{E804A5C9-043D-499C-84BC-56E18AD9CA3C}" dt="2026-01-14T18:29:40.107" v="632" actId="478"/>
          <ac:spMkLst>
            <pc:docMk/>
            <pc:sldMk cId="95681725" sldId="279"/>
            <ac:spMk id="2" creationId="{9111BE29-9470-1CB0-573D-6A56FE686B39}"/>
          </ac:spMkLst>
        </pc:spChg>
        <pc:spChg chg="mod">
          <ac:chgData name="Aditya Gawas" userId="ecda71fc839a6c8f" providerId="LiveId" clId="{E804A5C9-043D-499C-84BC-56E18AD9CA3C}" dt="2026-01-14T19:03:03.775" v="1099" actId="20577"/>
          <ac:spMkLst>
            <pc:docMk/>
            <pc:sldMk cId="95681725" sldId="279"/>
            <ac:spMk id="3" creationId="{20CD054C-3ECA-7E3F-C6A8-BF61AA42E549}"/>
          </ac:spMkLst>
        </pc:spChg>
      </pc:sldChg>
      <pc:sldChg chg="addSp delSp modSp new mod">
        <pc:chgData name="Aditya Gawas" userId="ecda71fc839a6c8f" providerId="LiveId" clId="{E804A5C9-043D-499C-84BC-56E18AD9CA3C}" dt="2026-01-14T18:49:11.194" v="856" actId="1076"/>
        <pc:sldMkLst>
          <pc:docMk/>
          <pc:sldMk cId="1318640245" sldId="280"/>
        </pc:sldMkLst>
        <pc:spChg chg="del">
          <ac:chgData name="Aditya Gawas" userId="ecda71fc839a6c8f" providerId="LiveId" clId="{E804A5C9-043D-499C-84BC-56E18AD9CA3C}" dt="2026-01-14T18:45:31.926" v="815" actId="478"/>
          <ac:spMkLst>
            <pc:docMk/>
            <pc:sldMk cId="1318640245" sldId="280"/>
            <ac:spMk id="2" creationId="{D772FEA4-A362-343E-8FE1-3996A04A68D8}"/>
          </ac:spMkLst>
        </pc:spChg>
        <pc:spChg chg="mod">
          <ac:chgData name="Aditya Gawas" userId="ecda71fc839a6c8f" providerId="LiveId" clId="{E804A5C9-043D-499C-84BC-56E18AD9CA3C}" dt="2026-01-14T18:48:52.672" v="854" actId="5793"/>
          <ac:spMkLst>
            <pc:docMk/>
            <pc:sldMk cId="1318640245" sldId="280"/>
            <ac:spMk id="3" creationId="{868EA4B5-FFE5-CAA5-818E-ABDDD67A8CE5}"/>
          </ac:spMkLst>
        </pc:spChg>
        <pc:picChg chg="add mod">
          <ac:chgData name="Aditya Gawas" userId="ecda71fc839a6c8f" providerId="LiveId" clId="{E804A5C9-043D-499C-84BC-56E18AD9CA3C}" dt="2026-01-14T18:48:32.337" v="836" actId="1076"/>
          <ac:picMkLst>
            <pc:docMk/>
            <pc:sldMk cId="1318640245" sldId="280"/>
            <ac:picMk id="5" creationId="{2E522BB9-81D1-3FE5-56B1-8171F55D0659}"/>
          </ac:picMkLst>
        </pc:picChg>
        <pc:picChg chg="add mod">
          <ac:chgData name="Aditya Gawas" userId="ecda71fc839a6c8f" providerId="LiveId" clId="{E804A5C9-043D-499C-84BC-56E18AD9CA3C}" dt="2026-01-14T18:49:11.194" v="856" actId="1076"/>
          <ac:picMkLst>
            <pc:docMk/>
            <pc:sldMk cId="1318640245" sldId="280"/>
            <ac:picMk id="7" creationId="{85972E61-B045-2CC2-F53E-3D09486EE50E}"/>
          </ac:picMkLst>
        </pc:picChg>
      </pc:sldChg>
      <pc:sldChg chg="addSp delSp modSp new mod">
        <pc:chgData name="Aditya Gawas" userId="ecda71fc839a6c8f" providerId="LiveId" clId="{E804A5C9-043D-499C-84BC-56E18AD9CA3C}" dt="2026-01-14T18:50:09.950" v="880" actId="1076"/>
        <pc:sldMkLst>
          <pc:docMk/>
          <pc:sldMk cId="3485645815" sldId="281"/>
        </pc:sldMkLst>
        <pc:spChg chg="del">
          <ac:chgData name="Aditya Gawas" userId="ecda71fc839a6c8f" providerId="LiveId" clId="{E804A5C9-043D-499C-84BC-56E18AD9CA3C}" dt="2026-01-14T18:45:45.505" v="817" actId="478"/>
          <ac:spMkLst>
            <pc:docMk/>
            <pc:sldMk cId="3485645815" sldId="281"/>
            <ac:spMk id="2" creationId="{2FFCCCD5-4432-EAD8-B288-5A3C9286A6E7}"/>
          </ac:spMkLst>
        </pc:spChg>
        <pc:spChg chg="mod">
          <ac:chgData name="Aditya Gawas" userId="ecda71fc839a6c8f" providerId="LiveId" clId="{E804A5C9-043D-499C-84BC-56E18AD9CA3C}" dt="2026-01-14T18:49:45.907" v="878" actId="5793"/>
          <ac:spMkLst>
            <pc:docMk/>
            <pc:sldMk cId="3485645815" sldId="281"/>
            <ac:spMk id="3" creationId="{517BC5AE-32FA-C64F-801E-8BD1E534FFAC}"/>
          </ac:spMkLst>
        </pc:spChg>
        <pc:spChg chg="add del">
          <ac:chgData name="Aditya Gawas" userId="ecda71fc839a6c8f" providerId="LiveId" clId="{E804A5C9-043D-499C-84BC-56E18AD9CA3C}" dt="2026-01-14T18:47:21.773" v="829" actId="478"/>
          <ac:spMkLst>
            <pc:docMk/>
            <pc:sldMk cId="3485645815" sldId="281"/>
            <ac:spMk id="5" creationId="{A7FAE3CA-3557-A808-B1E5-DD1A0D6BDECF}"/>
          </ac:spMkLst>
        </pc:spChg>
        <pc:picChg chg="add mod">
          <ac:chgData name="Aditya Gawas" userId="ecda71fc839a6c8f" providerId="LiveId" clId="{E804A5C9-043D-499C-84BC-56E18AD9CA3C}" dt="2026-01-14T18:49:28.904" v="858" actId="1076"/>
          <ac:picMkLst>
            <pc:docMk/>
            <pc:sldMk cId="3485645815" sldId="281"/>
            <ac:picMk id="7" creationId="{AC6B81EC-7E01-B2ED-7613-7E876210DF2D}"/>
          </ac:picMkLst>
        </pc:picChg>
        <pc:picChg chg="add mod">
          <ac:chgData name="Aditya Gawas" userId="ecda71fc839a6c8f" providerId="LiveId" clId="{E804A5C9-043D-499C-84BC-56E18AD9CA3C}" dt="2026-01-14T18:50:09.950" v="880" actId="1076"/>
          <ac:picMkLst>
            <pc:docMk/>
            <pc:sldMk cId="3485645815" sldId="281"/>
            <ac:picMk id="9" creationId="{0CAC527E-A296-566E-6EC5-77693EF1D94D}"/>
          </ac:picMkLst>
        </pc:picChg>
      </pc:sldChg>
      <pc:sldChg chg="addSp delSp modSp new mod">
        <pc:chgData name="Aditya Gawas" userId="ecda71fc839a6c8f" providerId="LiveId" clId="{E804A5C9-043D-499C-84BC-56E18AD9CA3C}" dt="2026-01-14T18:51:14.633" v="901" actId="14100"/>
        <pc:sldMkLst>
          <pc:docMk/>
          <pc:sldMk cId="3462281079" sldId="282"/>
        </pc:sldMkLst>
        <pc:spChg chg="del">
          <ac:chgData name="Aditya Gawas" userId="ecda71fc839a6c8f" providerId="LiveId" clId="{E804A5C9-043D-499C-84BC-56E18AD9CA3C}" dt="2026-01-14T18:45:51.963" v="819" actId="478"/>
          <ac:spMkLst>
            <pc:docMk/>
            <pc:sldMk cId="3462281079" sldId="282"/>
            <ac:spMk id="2" creationId="{6566A95B-A947-2197-4CA7-BE2741A2B952}"/>
          </ac:spMkLst>
        </pc:spChg>
        <pc:spChg chg="mod">
          <ac:chgData name="Aditya Gawas" userId="ecda71fc839a6c8f" providerId="LiveId" clId="{E804A5C9-043D-499C-84BC-56E18AD9CA3C}" dt="2026-01-14T18:50:50.387" v="897" actId="20577"/>
          <ac:spMkLst>
            <pc:docMk/>
            <pc:sldMk cId="3462281079" sldId="282"/>
            <ac:spMk id="3" creationId="{D9A89924-7E3D-ADAF-511E-EAD15633A5C8}"/>
          </ac:spMkLst>
        </pc:spChg>
        <pc:picChg chg="add mod">
          <ac:chgData name="Aditya Gawas" userId="ecda71fc839a6c8f" providerId="LiveId" clId="{E804A5C9-043D-499C-84BC-56E18AD9CA3C}" dt="2026-01-14T18:50:23.539" v="882" actId="1076"/>
          <ac:picMkLst>
            <pc:docMk/>
            <pc:sldMk cId="3462281079" sldId="282"/>
            <ac:picMk id="5" creationId="{582F5E3F-91D4-FD24-639F-3E3F621C8043}"/>
          </ac:picMkLst>
        </pc:picChg>
        <pc:picChg chg="add mod">
          <ac:chgData name="Aditya Gawas" userId="ecda71fc839a6c8f" providerId="LiveId" clId="{E804A5C9-043D-499C-84BC-56E18AD9CA3C}" dt="2026-01-14T18:51:14.633" v="901" actId="14100"/>
          <ac:picMkLst>
            <pc:docMk/>
            <pc:sldMk cId="3462281079" sldId="282"/>
            <ac:picMk id="7" creationId="{0F2B8EB6-0E41-AB63-0DA9-DEA31B39F2D1}"/>
          </ac:picMkLst>
        </pc:picChg>
      </pc:sldChg>
      <pc:sldChg chg="addSp delSp modSp new mod">
        <pc:chgData name="Aditya Gawas" userId="ecda71fc839a6c8f" providerId="LiveId" clId="{E804A5C9-043D-499C-84BC-56E18AD9CA3C}" dt="2026-01-14T18:52:00.300" v="921" actId="1076"/>
        <pc:sldMkLst>
          <pc:docMk/>
          <pc:sldMk cId="714170114" sldId="283"/>
        </pc:sldMkLst>
        <pc:spChg chg="del">
          <ac:chgData name="Aditya Gawas" userId="ecda71fc839a6c8f" providerId="LiveId" clId="{E804A5C9-043D-499C-84BC-56E18AD9CA3C}" dt="2026-01-14T18:46:01.514" v="821" actId="478"/>
          <ac:spMkLst>
            <pc:docMk/>
            <pc:sldMk cId="714170114" sldId="283"/>
            <ac:spMk id="2" creationId="{EFA597D5-22E5-0664-9118-B79772BA6A26}"/>
          </ac:spMkLst>
        </pc:spChg>
        <pc:spChg chg="mod">
          <ac:chgData name="Aditya Gawas" userId="ecda71fc839a6c8f" providerId="LiveId" clId="{E804A5C9-043D-499C-84BC-56E18AD9CA3C}" dt="2026-01-14T18:51:40.115" v="919" actId="5793"/>
          <ac:spMkLst>
            <pc:docMk/>
            <pc:sldMk cId="714170114" sldId="283"/>
            <ac:spMk id="3" creationId="{E57C6E2B-0305-405F-FA0B-7BD91532BBF3}"/>
          </ac:spMkLst>
        </pc:spChg>
        <pc:picChg chg="add mod">
          <ac:chgData name="Aditya Gawas" userId="ecda71fc839a6c8f" providerId="LiveId" clId="{E804A5C9-043D-499C-84BC-56E18AD9CA3C}" dt="2026-01-14T18:51:30.354" v="903" actId="1076"/>
          <ac:picMkLst>
            <pc:docMk/>
            <pc:sldMk cId="714170114" sldId="283"/>
            <ac:picMk id="5" creationId="{80DD9C3A-161A-0181-372A-04466E3EF3C4}"/>
          </ac:picMkLst>
        </pc:picChg>
        <pc:picChg chg="add mod">
          <ac:chgData name="Aditya Gawas" userId="ecda71fc839a6c8f" providerId="LiveId" clId="{E804A5C9-043D-499C-84BC-56E18AD9CA3C}" dt="2026-01-14T18:52:00.300" v="921" actId="1076"/>
          <ac:picMkLst>
            <pc:docMk/>
            <pc:sldMk cId="714170114" sldId="283"/>
            <ac:picMk id="7" creationId="{97019767-131E-0CA8-3554-A022894C3E29}"/>
          </ac:picMkLst>
        </pc:picChg>
      </pc:sldChg>
      <pc:sldChg chg="addSp delSp modSp new mod">
        <pc:chgData name="Aditya Gawas" userId="ecda71fc839a6c8f" providerId="LiveId" clId="{E804A5C9-043D-499C-84BC-56E18AD9CA3C}" dt="2026-01-14T18:55:35.821" v="966" actId="1076"/>
        <pc:sldMkLst>
          <pc:docMk/>
          <pc:sldMk cId="3601695801" sldId="284"/>
        </pc:sldMkLst>
        <pc:spChg chg="del">
          <ac:chgData name="Aditya Gawas" userId="ecda71fc839a6c8f" providerId="LiveId" clId="{E804A5C9-043D-499C-84BC-56E18AD9CA3C}" dt="2026-01-14T18:52:28.044" v="924" actId="478"/>
          <ac:spMkLst>
            <pc:docMk/>
            <pc:sldMk cId="3601695801" sldId="284"/>
            <ac:spMk id="2" creationId="{FB97A2E6-D51D-B279-E6C6-737A5BE21ABC}"/>
          </ac:spMkLst>
        </pc:spChg>
        <pc:spChg chg="mod">
          <ac:chgData name="Aditya Gawas" userId="ecda71fc839a6c8f" providerId="LiveId" clId="{E804A5C9-043D-499C-84BC-56E18AD9CA3C}" dt="2026-01-14T18:55:08.828" v="964" actId="5793"/>
          <ac:spMkLst>
            <pc:docMk/>
            <pc:sldMk cId="3601695801" sldId="284"/>
            <ac:spMk id="3" creationId="{80C746E7-1CB5-8D40-4938-864F22225428}"/>
          </ac:spMkLst>
        </pc:spChg>
        <pc:picChg chg="add mod">
          <ac:chgData name="Aditya Gawas" userId="ecda71fc839a6c8f" providerId="LiveId" clId="{E804A5C9-043D-499C-84BC-56E18AD9CA3C}" dt="2026-01-14T18:54:58.631" v="949" actId="1076"/>
          <ac:picMkLst>
            <pc:docMk/>
            <pc:sldMk cId="3601695801" sldId="284"/>
            <ac:picMk id="5" creationId="{1F67A573-578E-F920-BC97-6651F34B1C9B}"/>
          </ac:picMkLst>
        </pc:picChg>
        <pc:picChg chg="add mod">
          <ac:chgData name="Aditya Gawas" userId="ecda71fc839a6c8f" providerId="LiveId" clId="{E804A5C9-043D-499C-84BC-56E18AD9CA3C}" dt="2026-01-14T18:55:35.821" v="966" actId="1076"/>
          <ac:picMkLst>
            <pc:docMk/>
            <pc:sldMk cId="3601695801" sldId="284"/>
            <ac:picMk id="7" creationId="{BEAD50D4-559B-8649-F626-00ED10CDB4A9}"/>
          </ac:picMkLst>
        </pc:picChg>
      </pc:sldChg>
      <pc:sldChg chg="addSp delSp modSp new mod">
        <pc:chgData name="Aditya Gawas" userId="ecda71fc839a6c8f" providerId="LiveId" clId="{E804A5C9-043D-499C-84BC-56E18AD9CA3C}" dt="2026-01-14T18:56:18.244" v="987" actId="1076"/>
        <pc:sldMkLst>
          <pc:docMk/>
          <pc:sldMk cId="1101893253" sldId="285"/>
        </pc:sldMkLst>
        <pc:spChg chg="del">
          <ac:chgData name="Aditya Gawas" userId="ecda71fc839a6c8f" providerId="LiveId" clId="{E804A5C9-043D-499C-84BC-56E18AD9CA3C}" dt="2026-01-14T18:53:11.107" v="931" actId="478"/>
          <ac:spMkLst>
            <pc:docMk/>
            <pc:sldMk cId="1101893253" sldId="285"/>
            <ac:spMk id="2" creationId="{7927C99F-253C-390D-E0FA-41CE8486D60F}"/>
          </ac:spMkLst>
        </pc:spChg>
        <pc:spChg chg="mod">
          <ac:chgData name="Aditya Gawas" userId="ecda71fc839a6c8f" providerId="LiveId" clId="{E804A5C9-043D-499C-84BC-56E18AD9CA3C}" dt="2026-01-14T18:55:57.114" v="983" actId="5793"/>
          <ac:spMkLst>
            <pc:docMk/>
            <pc:sldMk cId="1101893253" sldId="285"/>
            <ac:spMk id="3" creationId="{BC848785-52E6-DF22-71CF-AE6E94D2E98C}"/>
          </ac:spMkLst>
        </pc:spChg>
        <pc:picChg chg="add mod">
          <ac:chgData name="Aditya Gawas" userId="ecda71fc839a6c8f" providerId="LiveId" clId="{E804A5C9-043D-499C-84BC-56E18AD9CA3C}" dt="2026-01-14T18:55:48.818" v="968" actId="1076"/>
          <ac:picMkLst>
            <pc:docMk/>
            <pc:sldMk cId="1101893253" sldId="285"/>
            <ac:picMk id="5" creationId="{AA25F160-AE1A-72C5-B605-689491E3D074}"/>
          </ac:picMkLst>
        </pc:picChg>
        <pc:picChg chg="add mod">
          <ac:chgData name="Aditya Gawas" userId="ecda71fc839a6c8f" providerId="LiveId" clId="{E804A5C9-043D-499C-84BC-56E18AD9CA3C}" dt="2026-01-14T18:56:18.244" v="987" actId="1076"/>
          <ac:picMkLst>
            <pc:docMk/>
            <pc:sldMk cId="1101893253" sldId="285"/>
            <ac:picMk id="7" creationId="{5FF9A207-ECC4-FE81-9C00-3B820CB5EE39}"/>
          </ac:picMkLst>
        </pc:picChg>
      </pc:sldChg>
      <pc:sldChg chg="addSp delSp modSp new mod">
        <pc:chgData name="Aditya Gawas" userId="ecda71fc839a6c8f" providerId="LiveId" clId="{E804A5C9-043D-499C-84BC-56E18AD9CA3C}" dt="2026-01-14T18:57:08.985" v="1007" actId="14100"/>
        <pc:sldMkLst>
          <pc:docMk/>
          <pc:sldMk cId="639847708" sldId="286"/>
        </pc:sldMkLst>
        <pc:spChg chg="del">
          <ac:chgData name="Aditya Gawas" userId="ecda71fc839a6c8f" providerId="LiveId" clId="{E804A5C9-043D-499C-84BC-56E18AD9CA3C}" dt="2026-01-14T18:53:14.577" v="932" actId="478"/>
          <ac:spMkLst>
            <pc:docMk/>
            <pc:sldMk cId="639847708" sldId="286"/>
            <ac:spMk id="2" creationId="{A5EB7F02-DC83-002B-5D70-54A20BD1F1D4}"/>
          </ac:spMkLst>
        </pc:spChg>
        <pc:spChg chg="mod">
          <ac:chgData name="Aditya Gawas" userId="ecda71fc839a6c8f" providerId="LiveId" clId="{E804A5C9-043D-499C-84BC-56E18AD9CA3C}" dt="2026-01-14T18:57:03.763" v="1005" actId="5793"/>
          <ac:spMkLst>
            <pc:docMk/>
            <pc:sldMk cId="639847708" sldId="286"/>
            <ac:spMk id="3" creationId="{C66FBBFC-5D2A-B61D-7FB8-5FC94EC8D738}"/>
          </ac:spMkLst>
        </pc:spChg>
        <pc:picChg chg="add mod">
          <ac:chgData name="Aditya Gawas" userId="ecda71fc839a6c8f" providerId="LiveId" clId="{E804A5C9-043D-499C-84BC-56E18AD9CA3C}" dt="2026-01-14T18:56:31.918" v="989" actId="1076"/>
          <ac:picMkLst>
            <pc:docMk/>
            <pc:sldMk cId="639847708" sldId="286"/>
            <ac:picMk id="5" creationId="{73A0B247-44B9-C8B5-0AF9-E55039860659}"/>
          </ac:picMkLst>
        </pc:picChg>
        <pc:picChg chg="add mod">
          <ac:chgData name="Aditya Gawas" userId="ecda71fc839a6c8f" providerId="LiveId" clId="{E804A5C9-043D-499C-84BC-56E18AD9CA3C}" dt="2026-01-14T18:57:08.985" v="1007" actId="14100"/>
          <ac:picMkLst>
            <pc:docMk/>
            <pc:sldMk cId="639847708" sldId="286"/>
            <ac:picMk id="7" creationId="{2E884A46-4E18-12C9-1227-BDFF0CAA269C}"/>
          </ac:picMkLst>
        </pc:picChg>
      </pc:sldChg>
      <pc:sldChg chg="addSp delSp modSp new mod">
        <pc:chgData name="Aditya Gawas" userId="ecda71fc839a6c8f" providerId="LiveId" clId="{E804A5C9-043D-499C-84BC-56E18AD9CA3C}" dt="2026-01-14T18:58:19.624" v="1029" actId="1076"/>
        <pc:sldMkLst>
          <pc:docMk/>
          <pc:sldMk cId="3541678969" sldId="287"/>
        </pc:sldMkLst>
        <pc:spChg chg="del">
          <ac:chgData name="Aditya Gawas" userId="ecda71fc839a6c8f" providerId="LiveId" clId="{E804A5C9-043D-499C-84BC-56E18AD9CA3C}" dt="2026-01-14T18:54:08.015" v="941" actId="478"/>
          <ac:spMkLst>
            <pc:docMk/>
            <pc:sldMk cId="3541678969" sldId="287"/>
            <ac:spMk id="2" creationId="{CE35109A-77E8-13B9-E5F3-796612A90709}"/>
          </ac:spMkLst>
        </pc:spChg>
        <pc:spChg chg="mod">
          <ac:chgData name="Aditya Gawas" userId="ecda71fc839a6c8f" providerId="LiveId" clId="{E804A5C9-043D-499C-84BC-56E18AD9CA3C}" dt="2026-01-14T18:58:12.016" v="1027" actId="5793"/>
          <ac:spMkLst>
            <pc:docMk/>
            <pc:sldMk cId="3541678969" sldId="287"/>
            <ac:spMk id="3" creationId="{8079F0A5-AF5D-C6CA-EDEF-4F9F422C969E}"/>
          </ac:spMkLst>
        </pc:spChg>
        <pc:picChg chg="add mod">
          <ac:chgData name="Aditya Gawas" userId="ecda71fc839a6c8f" providerId="LiveId" clId="{E804A5C9-043D-499C-84BC-56E18AD9CA3C}" dt="2026-01-14T18:57:45.509" v="1010" actId="14100"/>
          <ac:picMkLst>
            <pc:docMk/>
            <pc:sldMk cId="3541678969" sldId="287"/>
            <ac:picMk id="5" creationId="{E4304B62-592A-250E-C3C5-F4EA6F228E24}"/>
          </ac:picMkLst>
        </pc:picChg>
        <pc:picChg chg="add mod">
          <ac:chgData name="Aditya Gawas" userId="ecda71fc839a6c8f" providerId="LiveId" clId="{E804A5C9-043D-499C-84BC-56E18AD9CA3C}" dt="2026-01-14T18:58:19.624" v="1029" actId="1076"/>
          <ac:picMkLst>
            <pc:docMk/>
            <pc:sldMk cId="3541678969" sldId="287"/>
            <ac:picMk id="7" creationId="{FE13E770-EBC1-758C-F8A4-E92F791FCBB8}"/>
          </ac:picMkLst>
        </pc:picChg>
      </pc:sldChg>
      <pc:sldChg chg="addSp delSp modSp new mod">
        <pc:chgData name="Aditya Gawas" userId="ecda71fc839a6c8f" providerId="LiveId" clId="{E804A5C9-043D-499C-84BC-56E18AD9CA3C}" dt="2026-01-14T19:00:39.393" v="1071" actId="14100"/>
        <pc:sldMkLst>
          <pc:docMk/>
          <pc:sldMk cId="2580711643" sldId="288"/>
        </pc:sldMkLst>
        <pc:spChg chg="del">
          <ac:chgData name="Aditya Gawas" userId="ecda71fc839a6c8f" providerId="LiveId" clId="{E804A5C9-043D-499C-84BC-56E18AD9CA3C}" dt="2026-01-14T18:58:23.516" v="1030" actId="478"/>
          <ac:spMkLst>
            <pc:docMk/>
            <pc:sldMk cId="2580711643" sldId="288"/>
            <ac:spMk id="2" creationId="{C2138378-422E-F188-D9AF-4A846298036F}"/>
          </ac:spMkLst>
        </pc:spChg>
        <pc:spChg chg="mod">
          <ac:chgData name="Aditya Gawas" userId="ecda71fc839a6c8f" providerId="LiveId" clId="{E804A5C9-043D-499C-84BC-56E18AD9CA3C}" dt="2026-01-14T19:00:13.928" v="1068" actId="20577"/>
          <ac:spMkLst>
            <pc:docMk/>
            <pc:sldMk cId="2580711643" sldId="288"/>
            <ac:spMk id="3" creationId="{78F1D8BC-C816-EC71-FACE-82A866814951}"/>
          </ac:spMkLst>
        </pc:spChg>
        <pc:picChg chg="add mod">
          <ac:chgData name="Aditya Gawas" userId="ecda71fc839a6c8f" providerId="LiveId" clId="{E804A5C9-043D-499C-84BC-56E18AD9CA3C}" dt="2026-01-14T18:59:05.823" v="1035" actId="1076"/>
          <ac:picMkLst>
            <pc:docMk/>
            <pc:sldMk cId="2580711643" sldId="288"/>
            <ac:picMk id="5" creationId="{9D735B6D-F332-849C-B820-5869676F9565}"/>
          </ac:picMkLst>
        </pc:picChg>
        <pc:picChg chg="add mod">
          <ac:chgData name="Aditya Gawas" userId="ecda71fc839a6c8f" providerId="LiveId" clId="{E804A5C9-043D-499C-84BC-56E18AD9CA3C}" dt="2026-01-14T18:59:53.535" v="1037" actId="1076"/>
          <ac:picMkLst>
            <pc:docMk/>
            <pc:sldMk cId="2580711643" sldId="288"/>
            <ac:picMk id="7" creationId="{BB8335A6-E15E-1339-70A5-3FA0DADD59EA}"/>
          </ac:picMkLst>
        </pc:picChg>
        <pc:picChg chg="add mod">
          <ac:chgData name="Aditya Gawas" userId="ecda71fc839a6c8f" providerId="LiveId" clId="{E804A5C9-043D-499C-84BC-56E18AD9CA3C}" dt="2026-01-14T19:00:39.393" v="1071" actId="14100"/>
          <ac:picMkLst>
            <pc:docMk/>
            <pc:sldMk cId="2580711643" sldId="288"/>
            <ac:picMk id="9" creationId="{28B6EAF1-2EA0-F7FD-8C4B-5D4AB461FACA}"/>
          </ac:picMkLst>
        </pc:picChg>
      </pc:sldChg>
      <pc:sldChg chg="addSp delSp modSp new mod">
        <pc:chgData name="Aditya Gawas" userId="ecda71fc839a6c8f" providerId="LiveId" clId="{E804A5C9-043D-499C-84BC-56E18AD9CA3C}" dt="2026-01-15T08:19:28.942" v="1113" actId="1076"/>
        <pc:sldMkLst>
          <pc:docMk/>
          <pc:sldMk cId="4168959380" sldId="289"/>
        </pc:sldMkLst>
        <pc:spChg chg="del">
          <ac:chgData name="Aditya Gawas" userId="ecda71fc839a6c8f" providerId="LiveId" clId="{E804A5C9-043D-499C-84BC-56E18AD9CA3C}" dt="2026-01-15T07:18:22.838" v="1101" actId="21"/>
          <ac:spMkLst>
            <pc:docMk/>
            <pc:sldMk cId="4168959380" sldId="289"/>
            <ac:spMk id="2" creationId="{EF94FE98-8D1C-5E9F-E37B-4E4D1E94DEAE}"/>
          </ac:spMkLst>
        </pc:spChg>
        <pc:spChg chg="del mod">
          <ac:chgData name="Aditya Gawas" userId="ecda71fc839a6c8f" providerId="LiveId" clId="{E804A5C9-043D-499C-84BC-56E18AD9CA3C}" dt="2026-01-15T08:17:49.083" v="1104"/>
          <ac:spMkLst>
            <pc:docMk/>
            <pc:sldMk cId="4168959380" sldId="289"/>
            <ac:spMk id="3" creationId="{1FCFF1FF-8F88-767D-5DC3-D24FF1580E49}"/>
          </ac:spMkLst>
        </pc:spChg>
        <pc:spChg chg="add mod">
          <ac:chgData name="Aditya Gawas" userId="ecda71fc839a6c8f" providerId="LiveId" clId="{E804A5C9-043D-499C-84BC-56E18AD9CA3C}" dt="2026-01-15T08:19:28.942" v="1113" actId="1076"/>
          <ac:spMkLst>
            <pc:docMk/>
            <pc:sldMk cId="4168959380" sldId="289"/>
            <ac:spMk id="5" creationId="{981FB2A2-5689-B9DD-F499-6C89989FD18C}"/>
          </ac:spMkLst>
        </pc:spChg>
        <pc:graphicFrameChg chg="add mod">
          <ac:chgData name="Aditya Gawas" userId="ecda71fc839a6c8f" providerId="LiveId" clId="{E804A5C9-043D-499C-84BC-56E18AD9CA3C}" dt="2026-01-15T08:18:15.674" v="1106" actId="14100"/>
          <ac:graphicFrameMkLst>
            <pc:docMk/>
            <pc:sldMk cId="4168959380" sldId="289"/>
            <ac:graphicFrameMk id="4" creationId="{9B4F2D49-3C7D-4C3D-5DC5-82E3651155BA}"/>
          </ac:graphicFrameMkLst>
        </pc:graphicFrameChg>
      </pc:sldChg>
      <pc:sldChg chg="addSp delSp modSp new mod">
        <pc:chgData name="Aditya Gawas" userId="ecda71fc839a6c8f" providerId="LiveId" clId="{E804A5C9-043D-499C-84BC-56E18AD9CA3C}" dt="2026-01-15T08:26:04.195" v="1123" actId="1076"/>
        <pc:sldMkLst>
          <pc:docMk/>
          <pc:sldMk cId="4274408644" sldId="290"/>
        </pc:sldMkLst>
        <pc:spChg chg="mod">
          <ac:chgData name="Aditya Gawas" userId="ecda71fc839a6c8f" providerId="LiveId" clId="{E804A5C9-043D-499C-84BC-56E18AD9CA3C}" dt="2026-01-15T08:25:56.209" v="1121"/>
          <ac:spMkLst>
            <pc:docMk/>
            <pc:sldMk cId="4274408644" sldId="290"/>
            <ac:spMk id="2" creationId="{FA1882EF-5562-1A35-AAC7-BD65EBA8276E}"/>
          </ac:spMkLst>
        </pc:spChg>
        <pc:spChg chg="del">
          <ac:chgData name="Aditya Gawas" userId="ecda71fc839a6c8f" providerId="LiveId" clId="{E804A5C9-043D-499C-84BC-56E18AD9CA3C}" dt="2026-01-15T08:25:05.871" v="1116"/>
          <ac:spMkLst>
            <pc:docMk/>
            <pc:sldMk cId="4274408644" sldId="290"/>
            <ac:spMk id="3" creationId="{1A9C434F-956B-AF2A-714D-4D9976167D31}"/>
          </ac:spMkLst>
        </pc:spChg>
        <pc:graphicFrameChg chg="add mod">
          <ac:chgData name="Aditya Gawas" userId="ecda71fc839a6c8f" providerId="LiveId" clId="{E804A5C9-043D-499C-84BC-56E18AD9CA3C}" dt="2026-01-15T08:26:04.195" v="1123" actId="1076"/>
          <ac:graphicFrameMkLst>
            <pc:docMk/>
            <pc:sldMk cId="4274408644" sldId="290"/>
            <ac:graphicFrameMk id="4" creationId="{83BA465A-A9EC-5D59-9C30-D1DC81DAA02D}"/>
          </ac:graphicFrameMkLst>
        </pc:graphicFrameChg>
      </pc:sldChg>
      <pc:sldChg chg="modSp new mod">
        <pc:chgData name="Aditya Gawas" userId="ecda71fc839a6c8f" providerId="LiveId" clId="{E804A5C9-043D-499C-84BC-56E18AD9CA3C}" dt="2026-01-15T08:37:48.259" v="1282" actId="20577"/>
        <pc:sldMkLst>
          <pc:docMk/>
          <pc:sldMk cId="3002977509" sldId="291"/>
        </pc:sldMkLst>
        <pc:spChg chg="mod">
          <ac:chgData name="Aditya Gawas" userId="ecda71fc839a6c8f" providerId="LiveId" clId="{E804A5C9-043D-499C-84BC-56E18AD9CA3C}" dt="2026-01-15T08:37:41.683" v="1278" actId="20577"/>
          <ac:spMkLst>
            <pc:docMk/>
            <pc:sldMk cId="3002977509" sldId="291"/>
            <ac:spMk id="2" creationId="{8BF383E2-EECB-6DCA-5A7A-3FA17F1A05E2}"/>
          </ac:spMkLst>
        </pc:spChg>
        <pc:spChg chg="mod">
          <ac:chgData name="Aditya Gawas" userId="ecda71fc839a6c8f" providerId="LiveId" clId="{E804A5C9-043D-499C-84BC-56E18AD9CA3C}" dt="2026-01-15T08:37:48.259" v="1282" actId="20577"/>
          <ac:spMkLst>
            <pc:docMk/>
            <pc:sldMk cId="3002977509" sldId="291"/>
            <ac:spMk id="3" creationId="{6A30AAAB-793F-A431-E7FD-C4E13E61C48C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AST\OneDrive\Desktop\Data%20Science\Course%204%20project\7.3sql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AST\OneDrive\Desktop\Data%20Science\Course%204%20project\7.4sql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[7.3sql.csv]Sheet1!PivotTable1</c:name>
    <c:fmtId val="5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cat>
            <c:strRef>
              <c:f>Sheet1!$A$4:$A$23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Sheet1!$B$4:$B$23</c:f>
              <c:numCache>
                <c:formatCode>General</c:formatCode>
                <c:ptCount val="20"/>
                <c:pt idx="0">
                  <c:v>6.83</c:v>
                </c:pt>
                <c:pt idx="1">
                  <c:v>41.04</c:v>
                </c:pt>
                <c:pt idx="2">
                  <c:v>32.18</c:v>
                </c:pt>
                <c:pt idx="3">
                  <c:v>25.88</c:v>
                </c:pt>
                <c:pt idx="4">
                  <c:v>29.86</c:v>
                </c:pt>
                <c:pt idx="5">
                  <c:v>14.01</c:v>
                </c:pt>
                <c:pt idx="6">
                  <c:v>34.01</c:v>
                </c:pt>
                <c:pt idx="7">
                  <c:v>30.81</c:v>
                </c:pt>
                <c:pt idx="8">
                  <c:v>9.7200000000000006</c:v>
                </c:pt>
                <c:pt idx="9">
                  <c:v>20.25</c:v>
                </c:pt>
                <c:pt idx="10">
                  <c:v>22.64</c:v>
                </c:pt>
                <c:pt idx="11">
                  <c:v>13.89</c:v>
                </c:pt>
                <c:pt idx="12">
                  <c:v>11.95</c:v>
                </c:pt>
                <c:pt idx="13">
                  <c:v>20.97</c:v>
                </c:pt>
                <c:pt idx="14">
                  <c:v>15.19</c:v>
                </c:pt>
                <c:pt idx="15">
                  <c:v>14.89</c:v>
                </c:pt>
                <c:pt idx="16">
                  <c:v>19.27</c:v>
                </c:pt>
                <c:pt idx="17">
                  <c:v>25.83</c:v>
                </c:pt>
                <c:pt idx="18">
                  <c:v>13.91</c:v>
                </c:pt>
                <c:pt idx="19">
                  <c:v>32.799999999999997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1B-45DC-A107-3C9BE5A8D9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187939695"/>
        <c:axId val="1187954095"/>
        <c:axId val="0"/>
      </c:bar3DChart>
      <c:catAx>
        <c:axId val="11879396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7954095"/>
        <c:crosses val="autoZero"/>
        <c:auto val="1"/>
        <c:lblAlgn val="ctr"/>
        <c:lblOffset val="100"/>
        <c:noMultiLvlLbl val="0"/>
      </c:catAx>
      <c:valAx>
        <c:axId val="118795409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79396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[7.4sql.csv]Sheet1!PivotTable2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Average of Capacity_per_day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Sheet1!$A$4:$A$13</c:f>
              <c:strCache>
                <c:ptCount val="10"/>
                <c:pt idx="0">
                  <c:v>W001</c:v>
                </c:pt>
                <c:pt idx="1">
                  <c:v>W002</c:v>
                </c:pt>
                <c:pt idx="2">
                  <c:v>W003</c:v>
                </c:pt>
                <c:pt idx="3">
                  <c:v>W004</c:v>
                </c:pt>
                <c:pt idx="4">
                  <c:v>W005</c:v>
                </c:pt>
                <c:pt idx="5">
                  <c:v>W006</c:v>
                </c:pt>
                <c:pt idx="6">
                  <c:v>W007</c:v>
                </c:pt>
                <c:pt idx="7">
                  <c:v>W008</c:v>
                </c:pt>
                <c:pt idx="8">
                  <c:v>W009</c:v>
                </c:pt>
                <c:pt idx="9">
                  <c:v>W010</c:v>
                </c:pt>
              </c:strCache>
            </c:strRef>
          </c:cat>
          <c:val>
            <c:numRef>
              <c:f>Sheet1!$B$4:$B$13</c:f>
              <c:numCache>
                <c:formatCode>General</c:formatCode>
                <c:ptCount val="10"/>
                <c:pt idx="0">
                  <c:v>3000</c:v>
                </c:pt>
                <c:pt idx="1">
                  <c:v>1500</c:v>
                </c:pt>
                <c:pt idx="2">
                  <c:v>3000</c:v>
                </c:pt>
                <c:pt idx="3">
                  <c:v>1500</c:v>
                </c:pt>
                <c:pt idx="4">
                  <c:v>1000</c:v>
                </c:pt>
                <c:pt idx="5">
                  <c:v>2500</c:v>
                </c:pt>
                <c:pt idx="6">
                  <c:v>2500</c:v>
                </c:pt>
                <c:pt idx="7">
                  <c:v>2500</c:v>
                </c:pt>
                <c:pt idx="8">
                  <c:v>3000</c:v>
                </c:pt>
                <c:pt idx="9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73-4D38-9DD1-D80BE68A0710}"/>
            </c:ext>
          </c:extLst>
        </c:ser>
        <c:ser>
          <c:idx val="1"/>
          <c:order val="1"/>
          <c:tx>
            <c:strRef>
              <c:f>Sheet1!$C$3</c:f>
              <c:strCache>
                <c:ptCount val="1"/>
                <c:pt idx="0">
                  <c:v>Average of shipments_handled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Sheet1!$A$4:$A$13</c:f>
              <c:strCache>
                <c:ptCount val="10"/>
                <c:pt idx="0">
                  <c:v>W001</c:v>
                </c:pt>
                <c:pt idx="1">
                  <c:v>W002</c:v>
                </c:pt>
                <c:pt idx="2">
                  <c:v>W003</c:v>
                </c:pt>
                <c:pt idx="3">
                  <c:v>W004</c:v>
                </c:pt>
                <c:pt idx="4">
                  <c:v>W005</c:v>
                </c:pt>
                <c:pt idx="5">
                  <c:v>W006</c:v>
                </c:pt>
                <c:pt idx="6">
                  <c:v>W007</c:v>
                </c:pt>
                <c:pt idx="7">
                  <c:v>W008</c:v>
                </c:pt>
                <c:pt idx="8">
                  <c:v>W009</c:v>
                </c:pt>
                <c:pt idx="9">
                  <c:v>W010</c:v>
                </c:pt>
              </c:strCache>
            </c:strRef>
          </c:cat>
          <c:val>
            <c:numRef>
              <c:f>Sheet1!$C$4:$C$13</c:f>
              <c:numCache>
                <c:formatCode>General</c:formatCode>
                <c:ptCount val="10"/>
                <c:pt idx="0">
                  <c:v>103</c:v>
                </c:pt>
                <c:pt idx="1">
                  <c:v>97</c:v>
                </c:pt>
                <c:pt idx="2">
                  <c:v>107</c:v>
                </c:pt>
                <c:pt idx="3">
                  <c:v>90</c:v>
                </c:pt>
                <c:pt idx="4">
                  <c:v>102</c:v>
                </c:pt>
                <c:pt idx="5">
                  <c:v>99</c:v>
                </c:pt>
                <c:pt idx="6">
                  <c:v>96</c:v>
                </c:pt>
                <c:pt idx="7">
                  <c:v>112</c:v>
                </c:pt>
                <c:pt idx="8">
                  <c:v>91</c:v>
                </c:pt>
                <c:pt idx="9">
                  <c:v>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73-4D38-9DD1-D80BE68A07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87906575"/>
        <c:axId val="1187907535"/>
      </c:barChart>
      <c:catAx>
        <c:axId val="11879065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7907535"/>
        <c:crosses val="autoZero"/>
        <c:auto val="1"/>
        <c:lblAlgn val="ctr"/>
        <c:lblOffset val="100"/>
        <c:noMultiLvlLbl val="0"/>
      </c:catAx>
      <c:valAx>
        <c:axId val="1187907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79065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D3C09-5E40-7EE4-6755-5F6E58580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3A16D-6177-32BC-DC66-AFA8B59ADB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0724D-8628-38CB-275B-8D0167FDE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EFE-E7A9-430F-9663-AE246F130E4D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D2C91-A786-6204-D17A-CF7D7DF75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33705-52CA-9921-86F5-B2054F624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2698-D2DF-4105-A884-7DBFEF67F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396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4448A-340C-5B14-8719-D2F6F5999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ECF96-763F-1B78-1D43-BE5B6C603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C0DBD-C85A-87C2-5569-A45B8C230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EFE-E7A9-430F-9663-AE246F130E4D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65D9E-FD56-0A14-7F7C-5960924E7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4721D-E7E3-A738-8CFA-1EB6888BC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2698-D2DF-4105-A884-7DBFEF67F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679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B51C4-9B6A-4B23-54F7-E8557C47D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6572E-408C-9EB5-5B60-BE872E2C2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38E67-1768-F1DF-C03E-BF4906E90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EFE-E7A9-430F-9663-AE246F130E4D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EB45C-7BC2-7FAF-716D-6761AAB3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49A13-8491-ADA5-2759-535E58437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2698-D2DF-4105-A884-7DBFEF67F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200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43168-5C93-F80A-2419-75610439A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C06B1-0755-0F8E-F2F2-B96BEE7341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8E441-B444-125F-E6E6-37231BD08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3258B-B305-71DB-4720-BEC6BA629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EFE-E7A9-430F-9663-AE246F130E4D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D689A-FD7B-050D-FE5E-A65349CCC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B667B-AB82-6756-53D8-068EB7C39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2698-D2DF-4105-A884-7DBFEF67F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04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706A5-545E-1C1B-07F4-6E5D2FD44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22C9B-6C56-F417-CE87-E1A9710AE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9A244-5C1A-E387-1828-5375845CF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68014-F2A3-4588-9A0F-574CE641D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F1FB2-6306-845B-964A-813E02159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065572-6326-D40E-A485-D6D8E42EC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EFE-E7A9-430F-9663-AE246F130E4D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BDF6D2-D630-2E5C-5162-B4DB08CBA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71C3A7-8067-F651-2E4F-00D0502A4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2698-D2DF-4105-A884-7DBFEF67F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834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20C8D-41BF-2238-B260-7C40D2ED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D3F97-633D-E9CD-AF86-F63658FF3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EFE-E7A9-430F-9663-AE246F130E4D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DF3FD9-FBFA-0A7C-E0DD-960194250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F4636-302D-16C8-6066-6105E705F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2698-D2DF-4105-A884-7DBFEF67F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58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71B1DE-49CA-87F2-0122-F8567AD5B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EFE-E7A9-430F-9663-AE246F130E4D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F25416-4847-9B3C-D3C3-A14C8C32C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A9AF7-ACB3-E67E-BA30-1D73BE17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2698-D2DF-4105-A884-7DBFEF67F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043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FC9E0-76D1-D1C2-AF7F-3625F850C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E7940-EB73-49D8-00F5-BA52E232B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A411A-351A-BD7B-A200-6E3B53E37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29AB4-459D-A17D-AE15-75110CBB7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EFE-E7A9-430F-9663-AE246F130E4D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F72F4-23A0-1585-820C-0B43DBE75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FDDDB-CBCB-D141-F1C5-484661B12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2698-D2DF-4105-A884-7DBFEF67F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421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E0C8C-8A40-7641-8B5C-0E36B3081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71785C-2152-9760-0B19-84021F9EFD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E349F-44BB-C902-24FB-96168AA18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B0EB7-E4DC-837D-61AB-7974058F8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EFE-E7A9-430F-9663-AE246F130E4D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4C783-35E5-92B1-6938-E4D57C6F5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07DF8-B1A8-8070-D270-32B7EB47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2698-D2DF-4105-A884-7DBFEF67F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319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94EF9-4276-15F1-3BF7-7887A8654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BD1DE-1547-7EFC-A454-192156155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81B60-D102-CCC6-654F-4E15A1D24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EFE-E7A9-430F-9663-AE246F130E4D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A67D2-81CE-D9DA-0068-B7C420FF6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E5E6B-7DB3-F3C4-0A18-8A636AF8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2698-D2DF-4105-A884-7DBFEF67F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971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BADD85-2F3C-8A5E-FE3F-128EAA0720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A2311-FFC4-531D-FFF8-8D77A3F74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6D526-D620-8A0F-1309-405B13709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9EFE-E7A9-430F-9663-AE246F130E4D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F5798-24B0-59B1-7F2D-C4EEFBF0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10B4-18A2-FD68-AFF9-3FD1D5F5C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22698-D2DF-4105-A884-7DBFEF67F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529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AFE4EF-5E82-9A01-A2B8-022829CB4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434C6-C64B-D399-617E-5E887163A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1EF2C-2D9F-CAD9-3B8F-7139A521E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9EFE-E7A9-430F-9663-AE246F130E4D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8A153-395D-28C7-0DF7-263FD9859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158A0-8B17-8A70-5911-1A2BFD4D9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22698-D2DF-4105-A884-7DBFEF67F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855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RQAXTthDQtY8cWedmcSgzskC1LynV9vn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1518A-0591-7CC7-B8E0-F056053ECA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Logistics Optimization for Delivery Routes – DHL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3BE50-8CBF-46B7-9439-0572CF9F48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                                                                              Aditya Gawas Oct Batch</a:t>
            </a:r>
          </a:p>
        </p:txBody>
      </p:sp>
    </p:spTree>
    <p:extLst>
      <p:ext uri="{BB962C8B-B14F-4D97-AF65-F5344CB8AC3E}">
        <p14:creationId xmlns:p14="http://schemas.microsoft.com/office/powerpoint/2010/main" val="3963046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3DE99-0E76-CBD9-9EC2-A55EFEF1F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1542"/>
          </a:xfrm>
        </p:spPr>
        <p:txBody>
          <a:bodyPr>
            <a:normAutofit/>
          </a:bodyPr>
          <a:lstStyle/>
          <a:p>
            <a:r>
              <a:rPr lang="en-GB" sz="2800" dirty="0"/>
              <a:t>Task 1: Data Cleaning &amp; Preparation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00CE2-50AD-5E9F-F484-B5F9517C2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029759"/>
            <a:ext cx="10515600" cy="5471582"/>
          </a:xfrm>
        </p:spPr>
        <p:txBody>
          <a:bodyPr/>
          <a:lstStyle/>
          <a:p>
            <a:r>
              <a:rPr lang="en-GB" dirty="0"/>
              <a:t> </a:t>
            </a:r>
            <a:r>
              <a:rPr lang="en-GB" sz="2000" dirty="0"/>
              <a:t>Identify and delete duplicate </a:t>
            </a:r>
            <a:r>
              <a:rPr lang="en-GB" sz="2000" dirty="0" err="1"/>
              <a:t>Order_ID</a:t>
            </a:r>
            <a:r>
              <a:rPr lang="en-GB" sz="2000" dirty="0"/>
              <a:t> or </a:t>
            </a:r>
            <a:r>
              <a:rPr lang="en-GB" sz="2000" dirty="0" err="1"/>
              <a:t>Shipment_ID</a:t>
            </a:r>
            <a:r>
              <a:rPr lang="en-GB" sz="2000" dirty="0"/>
              <a:t> records.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Output: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6650-A49D-75D8-512F-475028AA8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067" y="1604133"/>
            <a:ext cx="6268325" cy="2152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DAFC37-9182-D26B-B57D-E56E0CC07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346" y="4671948"/>
            <a:ext cx="1848108" cy="914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FC4B9C-22C7-FEBC-48DB-413DFE498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892" y="4671948"/>
            <a:ext cx="1971950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77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1F4A4-6196-DE16-D8E7-8F3E529AE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800"/>
            <a:ext cx="10515600" cy="5872163"/>
          </a:xfrm>
        </p:spPr>
        <p:txBody>
          <a:bodyPr>
            <a:normAutofit/>
          </a:bodyPr>
          <a:lstStyle/>
          <a:p>
            <a:r>
              <a:rPr lang="en-GB" sz="2000" dirty="0"/>
              <a:t>Replace null or missing </a:t>
            </a:r>
            <a:r>
              <a:rPr lang="en-GB" sz="2000" dirty="0" err="1"/>
              <a:t>Delay_Hours</a:t>
            </a:r>
            <a:r>
              <a:rPr lang="en-GB" sz="2000" dirty="0"/>
              <a:t> values in the Shipments Table with the average delay for that </a:t>
            </a:r>
            <a:r>
              <a:rPr lang="en-GB" sz="2000" dirty="0" err="1"/>
              <a:t>Route_ID</a:t>
            </a:r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Output:</a:t>
            </a:r>
          </a:p>
          <a:p>
            <a:endParaRPr lang="en-GB" sz="2000" dirty="0"/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A8C10A-D517-08EF-898F-2528D8C05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322" y="1304337"/>
            <a:ext cx="5772956" cy="828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C0E7D8-4AB0-C47D-2844-DCA24D3B3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322" y="2945201"/>
            <a:ext cx="2381582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542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8032D-397F-B22A-5BDC-4B23246F7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1066"/>
            <a:ext cx="10515600" cy="6189133"/>
          </a:xfrm>
        </p:spPr>
        <p:txBody>
          <a:bodyPr/>
          <a:lstStyle/>
          <a:p>
            <a:r>
              <a:rPr lang="en-GB" sz="2000" dirty="0"/>
              <a:t>Convert all date columns (</a:t>
            </a:r>
            <a:r>
              <a:rPr lang="en-GB" sz="2000" dirty="0" err="1"/>
              <a:t>Order_Date</a:t>
            </a:r>
            <a:r>
              <a:rPr lang="en-GB" sz="2000" dirty="0"/>
              <a:t>, </a:t>
            </a:r>
            <a:r>
              <a:rPr lang="en-GB" sz="2000" dirty="0" err="1"/>
              <a:t>Pickup_Date</a:t>
            </a:r>
            <a:r>
              <a:rPr lang="en-GB" sz="2000" dirty="0"/>
              <a:t>, </a:t>
            </a:r>
            <a:r>
              <a:rPr lang="en-GB" sz="2000" dirty="0" err="1"/>
              <a:t>Delivery_Date</a:t>
            </a:r>
            <a:r>
              <a:rPr lang="en-GB" sz="2000" dirty="0"/>
              <a:t>) into YYYY-MM-DD HH:MM:SS format using SQL date functions.</a:t>
            </a:r>
            <a:r>
              <a:rPr lang="en-GB" dirty="0"/>
              <a:t>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sz="2000" dirty="0"/>
              <a:t>Output: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47D8DD-D7D5-A110-18C9-DF04CCD9F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918" y="1329054"/>
            <a:ext cx="5220429" cy="28534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6FF069-E09D-6F99-C063-99AF3F54C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721" y="4604892"/>
            <a:ext cx="2324424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781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3646-545A-D886-8D1F-423FC34A4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1000"/>
            <a:ext cx="10515600" cy="5795963"/>
          </a:xfrm>
        </p:spPr>
        <p:txBody>
          <a:bodyPr>
            <a:normAutofit/>
          </a:bodyPr>
          <a:lstStyle/>
          <a:p>
            <a:r>
              <a:rPr lang="en-GB" sz="2000" dirty="0"/>
              <a:t>Ensure that no </a:t>
            </a:r>
            <a:r>
              <a:rPr lang="en-GB" sz="2000" dirty="0" err="1"/>
              <a:t>Delivery_Date</a:t>
            </a:r>
            <a:r>
              <a:rPr lang="en-GB" sz="2000" dirty="0"/>
              <a:t> occurs before </a:t>
            </a:r>
            <a:r>
              <a:rPr lang="en-GB" sz="2000" dirty="0" err="1"/>
              <a:t>Pickup_Date</a:t>
            </a:r>
            <a:r>
              <a:rPr lang="en-GB" sz="2000" dirty="0"/>
              <a:t> (flag such records). 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pPr marL="0" indent="0">
              <a:buNone/>
            </a:pPr>
            <a:r>
              <a:rPr lang="en-GB" sz="2000" dirty="0"/>
              <a:t>Output: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76A7CE-FD4B-F104-96A5-F2FD4E977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725" y="1295400"/>
            <a:ext cx="4857550" cy="1278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3FA088-0D6D-5CA4-363F-3B6E30004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185" y="3488267"/>
            <a:ext cx="2410161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214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B5F8B-96EA-9645-E1C6-AACA209DF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524933"/>
            <a:ext cx="10820400" cy="6062134"/>
          </a:xfrm>
        </p:spPr>
        <p:txBody>
          <a:bodyPr>
            <a:normAutofit/>
          </a:bodyPr>
          <a:lstStyle/>
          <a:p>
            <a:r>
              <a:rPr lang="en-GB" sz="2000" dirty="0"/>
              <a:t>Validate referential integrity between Orders, Routes, Warehouses, and Shipments.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pPr marL="0" indent="0">
              <a:buNone/>
            </a:pPr>
            <a:r>
              <a:rPr lang="en-GB" sz="2000" dirty="0"/>
              <a:t>Output: 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C04902-A355-0645-0304-27B741AA8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10" y="1171859"/>
            <a:ext cx="2542857" cy="29599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4B9F61-81E9-C29B-3F84-5FE75165A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235" y="1171859"/>
            <a:ext cx="3943900" cy="2962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375C59-FE77-6523-1BB0-E80BF928C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010" y="4903709"/>
            <a:ext cx="1914792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983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0DEC9-8F88-9D47-CD7B-888A994DC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4133"/>
            <a:ext cx="10515600" cy="5702830"/>
          </a:xfrm>
        </p:spPr>
        <p:txBody>
          <a:bodyPr/>
          <a:lstStyle/>
          <a:p>
            <a:r>
              <a:rPr lang="en-GB" dirty="0"/>
              <a:t>Task 2: Delivery Delay Analysis</a:t>
            </a:r>
          </a:p>
          <a:p>
            <a:r>
              <a:rPr lang="en-GB" sz="2000" dirty="0"/>
              <a:t>Calculate delivery delay (in hours) for each shipment using </a:t>
            </a:r>
            <a:r>
              <a:rPr lang="en-GB" sz="2000" dirty="0" err="1"/>
              <a:t>Delivery_Date</a:t>
            </a:r>
            <a:r>
              <a:rPr lang="en-GB" sz="2000" dirty="0"/>
              <a:t> – </a:t>
            </a:r>
            <a:r>
              <a:rPr lang="en-GB" sz="2000" dirty="0" err="1"/>
              <a:t>Pickup_Date</a:t>
            </a:r>
            <a:r>
              <a:rPr lang="en-GB" sz="2000" dirty="0"/>
              <a:t>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Output:</a:t>
            </a:r>
          </a:p>
          <a:p>
            <a:endParaRPr lang="en-GB" sz="2000" dirty="0"/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82E339-3DCE-6992-C2DF-639038BB4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03" y="1753704"/>
            <a:ext cx="7173326" cy="1571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FFF5B6-9305-3A66-1C88-494A26ED4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03" y="3946280"/>
            <a:ext cx="5382376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80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9C9B1-483E-52D1-0BC7-9BF57197B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8733"/>
            <a:ext cx="10515600" cy="5728230"/>
          </a:xfrm>
        </p:spPr>
        <p:txBody>
          <a:bodyPr>
            <a:normAutofit/>
          </a:bodyPr>
          <a:lstStyle/>
          <a:p>
            <a:r>
              <a:rPr lang="en-GB" sz="2000" dirty="0"/>
              <a:t>Find the Top 10 delayed routes based on average delay hours.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pPr marL="0" indent="0">
              <a:buNone/>
            </a:pPr>
            <a:r>
              <a:rPr lang="en-GB" sz="2000" dirty="0"/>
              <a:t>Output: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0CF616-80E5-4719-8ABB-ACD3E1C08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37" y="907379"/>
            <a:ext cx="6682263" cy="19906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2E8471-B4E1-49D3-8752-5B23C57DE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58" y="3601898"/>
            <a:ext cx="3115110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566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66C71-BF37-B4FC-041E-DB0A833EE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4133"/>
            <a:ext cx="10515600" cy="5702830"/>
          </a:xfrm>
        </p:spPr>
        <p:txBody>
          <a:bodyPr>
            <a:normAutofit/>
          </a:bodyPr>
          <a:lstStyle/>
          <a:p>
            <a:r>
              <a:rPr lang="en-GB" sz="2000" dirty="0"/>
              <a:t>Use SQL window functions to rank shipments by delay within each </a:t>
            </a:r>
            <a:r>
              <a:rPr lang="en-GB" sz="2000" dirty="0" err="1"/>
              <a:t>Warehouse_ID</a:t>
            </a:r>
            <a:r>
              <a:rPr lang="en-GB" sz="2000" dirty="0"/>
              <a:t>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pPr marL="0" indent="0">
              <a:buNone/>
            </a:pPr>
            <a:r>
              <a:rPr lang="en-GB" sz="1800" dirty="0"/>
              <a:t>Output:</a:t>
            </a:r>
            <a:endParaRPr lang="en-GB" sz="2000" dirty="0"/>
          </a:p>
          <a:p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B9A25-D686-1B86-74B6-1E9A93336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20525"/>
            <a:ext cx="5071533" cy="2845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473157-C807-494E-5E1E-5CC400B96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874" y="4070241"/>
            <a:ext cx="6277851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08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3164F-7973-0EBC-30AD-FE59CE150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9533"/>
            <a:ext cx="10515600" cy="5677430"/>
          </a:xfrm>
        </p:spPr>
        <p:txBody>
          <a:bodyPr>
            <a:normAutofit/>
          </a:bodyPr>
          <a:lstStyle/>
          <a:p>
            <a:r>
              <a:rPr lang="en-GB" sz="2000" dirty="0"/>
              <a:t>Identify the average delay per </a:t>
            </a:r>
            <a:r>
              <a:rPr lang="en-GB" sz="2000" dirty="0" err="1"/>
              <a:t>Delivery_Type</a:t>
            </a:r>
            <a:r>
              <a:rPr lang="en-GB" sz="2000" dirty="0"/>
              <a:t> (Express / Standard) to compare service-level efficiency. 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Output: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52D58-5847-8F25-0156-0EBC41CAB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17424"/>
            <a:ext cx="4936067" cy="25820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77DF57-C77A-CE4A-CA70-664ECD65F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08" y="4517398"/>
            <a:ext cx="3286584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520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4BE2-9B69-DD08-9BBC-A237045D0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397933"/>
            <a:ext cx="10600267" cy="5939897"/>
          </a:xfrm>
        </p:spPr>
        <p:txBody>
          <a:bodyPr/>
          <a:lstStyle/>
          <a:p>
            <a:r>
              <a:rPr lang="en-GB" dirty="0"/>
              <a:t>Task 3: Route Optimization Insights</a:t>
            </a:r>
          </a:p>
          <a:p>
            <a:r>
              <a:rPr lang="en-GB" sz="2000" dirty="0"/>
              <a:t>Average transit time (in hours) across all shipments.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Output:</a:t>
            </a:r>
            <a:r>
              <a:rPr lang="en-GB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32EF1C-D112-C691-E621-C8C19A860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06832"/>
            <a:ext cx="5125165" cy="2991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31B087-A079-C987-6C1E-3BE0E92D6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5071376"/>
            <a:ext cx="3496163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89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A54EB-C9C1-59AB-0B94-5A74E23D9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333" y="643467"/>
            <a:ext cx="10549467" cy="5533496"/>
          </a:xfrm>
        </p:spPr>
        <p:txBody>
          <a:bodyPr>
            <a:normAutofit/>
          </a:bodyPr>
          <a:lstStyle/>
          <a:p>
            <a:r>
              <a:rPr lang="en-GB" sz="2400" dirty="0"/>
              <a:t>Average delay (in hours) per route.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000" dirty="0"/>
              <a:t>Output: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193BDF-A173-E060-C05E-E0BF00FC7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33" y="1103161"/>
            <a:ext cx="5706271" cy="21624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A5A306-A29C-0AE6-4F10-7CA1FCE86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33" y="3877626"/>
            <a:ext cx="3098800" cy="180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363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8C8CE-4AA4-BD1D-9A33-79079E1CD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>
            <a:normAutofit/>
          </a:bodyPr>
          <a:lstStyle/>
          <a:p>
            <a:r>
              <a:rPr lang="en-GB" sz="2000" dirty="0"/>
              <a:t>Distance-to-time efficiency ratio = </a:t>
            </a:r>
            <a:r>
              <a:rPr lang="en-GB" sz="2000" dirty="0" err="1"/>
              <a:t>Distance_KM</a:t>
            </a:r>
            <a:r>
              <a:rPr lang="en-GB" sz="2000" dirty="0"/>
              <a:t> / </a:t>
            </a:r>
            <a:r>
              <a:rPr lang="en-GB" sz="2000" dirty="0" err="1"/>
              <a:t>Avg_Transit_Time_Hours</a:t>
            </a:r>
            <a:r>
              <a:rPr lang="en-GB" sz="2000" dirty="0"/>
              <a:t>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Output: </a:t>
            </a:r>
          </a:p>
          <a:p>
            <a:endParaRPr lang="en-GB" sz="2000" dirty="0"/>
          </a:p>
          <a:p>
            <a:endParaRPr lang="en-GB" sz="2400" dirty="0"/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75CB28-FF39-6FE8-57F4-5D98FAE7F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934" y="746384"/>
            <a:ext cx="4995334" cy="3645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F906EE-555A-8C4F-914C-CAF7B8EE3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729" y="4826180"/>
            <a:ext cx="4791744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557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AA288-CC9A-F96D-529B-53C2CB3F3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733" y="550333"/>
            <a:ext cx="10566400" cy="5711296"/>
          </a:xfrm>
        </p:spPr>
        <p:txBody>
          <a:bodyPr>
            <a:normAutofit/>
          </a:bodyPr>
          <a:lstStyle/>
          <a:p>
            <a:r>
              <a:rPr lang="en-GB" sz="2400" dirty="0"/>
              <a:t>Identify 3 routes with the worst efficiency ratio (lowest distance-to-time).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pPr marL="0" indent="0">
              <a:buNone/>
            </a:pPr>
            <a:r>
              <a:rPr lang="en-GB" sz="1800" dirty="0"/>
              <a:t>Output:</a:t>
            </a: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1678DD-6295-90F3-1207-7ABCDF5EB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4" y="923114"/>
            <a:ext cx="5308600" cy="33076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623AC0-9A16-817C-F39B-0E4722425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22" y="4603554"/>
            <a:ext cx="4048690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751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480E4-C0E4-7231-D3F7-CE784A7D4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467" y="550333"/>
            <a:ext cx="10583333" cy="5626630"/>
          </a:xfrm>
        </p:spPr>
        <p:txBody>
          <a:bodyPr>
            <a:normAutofit/>
          </a:bodyPr>
          <a:lstStyle/>
          <a:p>
            <a:r>
              <a:rPr lang="en-GB" sz="2400" dirty="0"/>
              <a:t>Find routes with &gt;20% of shipments delayed beyond expected transit time.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Output:</a:t>
            </a:r>
          </a:p>
          <a:p>
            <a:pPr marL="0" indent="0">
              <a:buNone/>
            </a:pPr>
            <a:r>
              <a:rPr lang="en-GB" sz="2400" dirty="0"/>
              <a:t> 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DF1DD9-D257-F47A-40B2-6ED1EF344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67" y="1123178"/>
            <a:ext cx="5207000" cy="31004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A6A684-621D-E06E-8496-1D28859DF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133" y="1332757"/>
            <a:ext cx="5292656" cy="26381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9FC234-C194-2F22-F40D-19EC3AEFC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392" y="4574062"/>
            <a:ext cx="5239481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273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B6E09-088A-5295-15AB-02223041C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733" y="397933"/>
            <a:ext cx="10651067" cy="5779030"/>
          </a:xfrm>
        </p:spPr>
        <p:txBody>
          <a:bodyPr>
            <a:normAutofit/>
          </a:bodyPr>
          <a:lstStyle/>
          <a:p>
            <a:r>
              <a:rPr lang="en-GB" sz="2400" dirty="0"/>
              <a:t>Recommend potential routes or hub pairs for optimization.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Output:</a:t>
            </a:r>
          </a:p>
          <a:p>
            <a:endParaRPr lang="en-GB" sz="2400" dirty="0"/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293BEA-43FC-488A-8BE7-9D5FE48D9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968325"/>
            <a:ext cx="10402505" cy="1012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981B40-27D8-7AA8-19C9-E5FF6C4B6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19" y="2703446"/>
            <a:ext cx="5627081" cy="101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746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DFC46-30E1-5147-F5A2-F13396BED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933" y="381000"/>
            <a:ext cx="10574867" cy="5795963"/>
          </a:xfrm>
        </p:spPr>
        <p:txBody>
          <a:bodyPr/>
          <a:lstStyle/>
          <a:p>
            <a:r>
              <a:rPr lang="en-IN" dirty="0"/>
              <a:t>Task 4: Warehouse Performance</a:t>
            </a:r>
          </a:p>
          <a:p>
            <a:r>
              <a:rPr lang="en-GB" sz="2000" dirty="0"/>
              <a:t>Find the top 3 warehouses with the highest average delay in shipments dispatched.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output: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F0855-049B-9098-EB77-908644D44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2361"/>
            <a:ext cx="4763165" cy="25244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5841E9-E3AC-CC41-F4AE-C58075333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41" y="4065531"/>
            <a:ext cx="2859223" cy="97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11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3F5B7-C524-CCFE-BF96-BE8EFDF23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467" y="482600"/>
            <a:ext cx="10583333" cy="5694363"/>
          </a:xfrm>
        </p:spPr>
        <p:txBody>
          <a:bodyPr>
            <a:normAutofit/>
          </a:bodyPr>
          <a:lstStyle/>
          <a:p>
            <a:r>
              <a:rPr lang="en-GB" sz="2000" dirty="0"/>
              <a:t>Calculate total shipments vs delayed shipments for each warehouse.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Output: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6D5F9-30F2-1B7D-D647-5661FA696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39" y="976686"/>
            <a:ext cx="5458587" cy="2229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87032E-9801-D9B6-6436-369E47E27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67" y="3699933"/>
            <a:ext cx="4191585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202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7C616-B544-1AA2-0DC4-2E0D6E0D7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933" y="508000"/>
            <a:ext cx="10574867" cy="5668963"/>
          </a:xfrm>
        </p:spPr>
        <p:txBody>
          <a:bodyPr>
            <a:normAutofit/>
          </a:bodyPr>
          <a:lstStyle/>
          <a:p>
            <a:r>
              <a:rPr lang="en-GB" sz="2000" dirty="0"/>
              <a:t>Use CTEs to identify warehouses where average delay exceeds the global average delay.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Output: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EA85D-B1CF-D846-C4A4-F2F0248DF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34713"/>
            <a:ext cx="4478867" cy="41114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918D12-B1AA-5A8F-E72B-240161B26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586" y="5272886"/>
            <a:ext cx="3134162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640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B66BC-BD0F-F500-8E05-25BB5C0F1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267" y="516467"/>
            <a:ext cx="10659533" cy="5660496"/>
          </a:xfrm>
        </p:spPr>
        <p:txBody>
          <a:bodyPr>
            <a:normAutofit/>
          </a:bodyPr>
          <a:lstStyle/>
          <a:p>
            <a:r>
              <a:rPr lang="en-GB" sz="2000" dirty="0"/>
              <a:t>Rank all warehouses based on on-time delivery percentage.</a:t>
            </a:r>
          </a:p>
          <a:p>
            <a:pPr marL="0" indent="0">
              <a:buNone/>
            </a:pPr>
            <a:r>
              <a:rPr lang="en-GB" sz="2000" dirty="0"/>
              <a:t> 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Output: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0E9188-D6C5-75ED-3B0C-936DCC5C9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800" y="837441"/>
            <a:ext cx="6620799" cy="32865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3EF78E-7B46-A442-3249-18C701AFE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00" y="4509479"/>
            <a:ext cx="5010849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174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68493-A6D7-E0D3-66ED-02807AA24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499533"/>
            <a:ext cx="10710333" cy="6011334"/>
          </a:xfrm>
        </p:spPr>
        <p:txBody>
          <a:bodyPr/>
          <a:lstStyle/>
          <a:p>
            <a:r>
              <a:rPr lang="en-GB" dirty="0"/>
              <a:t>Task 5: Delivery Agent Performance</a:t>
            </a:r>
          </a:p>
          <a:p>
            <a:r>
              <a:rPr lang="en-GB" sz="2000" dirty="0"/>
              <a:t>Rank delivery agents (per route) by on-time delivery percentage.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pPr marL="0" indent="0">
              <a:buNone/>
            </a:pPr>
            <a:r>
              <a:rPr lang="en-GB" sz="2000" dirty="0"/>
              <a:t>Output: 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DA5837-8B8E-8621-299D-29FBE8049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353781"/>
            <a:ext cx="4817532" cy="3480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23B30A-7198-8E3E-65EA-9092C7A12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26" y="5272465"/>
            <a:ext cx="5239481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32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90291-A200-0A94-4F99-E3D98EE2B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499533"/>
            <a:ext cx="10591800" cy="5677430"/>
          </a:xfrm>
        </p:spPr>
        <p:txBody>
          <a:bodyPr>
            <a:normAutofit/>
          </a:bodyPr>
          <a:lstStyle/>
          <a:p>
            <a:r>
              <a:rPr lang="en-GB" sz="2000" dirty="0"/>
              <a:t>Find agents whose on-time % is below 85%.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output:</a:t>
            </a:r>
          </a:p>
          <a:p>
            <a:pPr marL="0" indent="0">
              <a:buNone/>
            </a:pPr>
            <a:endParaRPr lang="en-GB" sz="2000" dirty="0"/>
          </a:p>
          <a:p>
            <a:endParaRPr lang="en-GB" sz="2000" dirty="0"/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D8521A-7CF0-49F3-9EC2-F525A59CC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895124"/>
            <a:ext cx="5649113" cy="32389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128759-62CD-497F-ECC0-023F62558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52" y="4529667"/>
            <a:ext cx="3858163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464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986B3-DA34-5DD7-3015-C57F27265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733" y="491067"/>
            <a:ext cx="10651067" cy="5685896"/>
          </a:xfrm>
        </p:spPr>
        <p:txBody>
          <a:bodyPr>
            <a:normAutofit/>
          </a:bodyPr>
          <a:lstStyle/>
          <a:p>
            <a:r>
              <a:rPr lang="en-GB" sz="2000" dirty="0"/>
              <a:t>Compare the average rating and experience (in years) of the top 5 vs bottom 5 agents using subqueries. 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Output: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928202-18F1-BA47-79F4-679DF56AB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06775"/>
            <a:ext cx="5576762" cy="28402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4DDA92-FAAB-2049-846C-53AFAC508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523" y="1100942"/>
            <a:ext cx="5858811" cy="30519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34CED1-5049-1241-D330-D70FCC0D8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71" y="4558182"/>
            <a:ext cx="3096057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6065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D054C-3ECA-7E3F-C6A8-BF61AA42E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867" y="465667"/>
            <a:ext cx="10557933" cy="5711296"/>
          </a:xfrm>
        </p:spPr>
        <p:txBody>
          <a:bodyPr numCol="2">
            <a:normAutofit/>
          </a:bodyPr>
          <a:lstStyle/>
          <a:p>
            <a:r>
              <a:rPr lang="en-GB" sz="2000" b="1" dirty="0"/>
              <a:t>Suggest training or workload balancing strategies for low-performing agents based on insights.</a:t>
            </a:r>
          </a:p>
          <a:p>
            <a:pPr marL="0" indent="0">
              <a:buNone/>
            </a:pPr>
            <a:r>
              <a:rPr lang="en-GB" sz="2000" dirty="0"/>
              <a:t> 1. Identify why agents are underperforming </a:t>
            </a:r>
          </a:p>
          <a:p>
            <a:pPr marL="0" indent="0">
              <a:buNone/>
            </a:pPr>
            <a:r>
              <a:rPr lang="en-GB" sz="2000" dirty="0"/>
              <a:t>Low experience + high delays → Skill gap     High experience + high delays → Overloaded routes     Low rating + low on-time % → Customer handling or motivation issue </a:t>
            </a:r>
          </a:p>
          <a:p>
            <a:pPr marL="0" indent="0">
              <a:buNone/>
            </a:pPr>
            <a:r>
              <a:rPr lang="en-GB" sz="2000" dirty="0"/>
              <a:t>2. Training strategies </a:t>
            </a:r>
          </a:p>
          <a:p>
            <a:pPr marL="0" indent="0">
              <a:buNone/>
            </a:pPr>
            <a:r>
              <a:rPr lang="en-GB" sz="2000" dirty="0"/>
              <a:t>Pair low-performing agents with top agents for mentoring  </a:t>
            </a:r>
          </a:p>
          <a:p>
            <a:pPr marL="0" indent="0">
              <a:buNone/>
            </a:pPr>
            <a:r>
              <a:rPr lang="en-GB" sz="2000" dirty="0"/>
              <a:t>Use  top 5 agents to train bottom 5 agents    Provide route-specific training for difficult routes    Train agents on:	Route planning    Time management    Customer handling </a:t>
            </a:r>
          </a:p>
          <a:p>
            <a:pPr marL="0" indent="0">
              <a:buNone/>
            </a:pPr>
            <a:r>
              <a:rPr lang="en-GB" sz="2000" dirty="0"/>
              <a:t>3. Workload balancing    Assign long and high-volume routes to high-performing agents    Assign simpler routes to low-performing agents    Reduce daily shipment load for weak agents    Increase shipment load for strong agents </a:t>
            </a:r>
          </a:p>
          <a:p>
            <a:pPr marL="0" indent="0">
              <a:buNone/>
            </a:pPr>
            <a:r>
              <a:rPr lang="en-GB" sz="2000" dirty="0"/>
              <a:t>   4. Use ratings with performance    Low rating + low on-time = high risk agent	Put these agents on fewer and simpler deliveries    Make training mandatory for them  </a:t>
            </a:r>
          </a:p>
          <a:p>
            <a:pPr marL="0" indent="0">
              <a:buNone/>
            </a:pPr>
            <a:r>
              <a:rPr lang="en-GB" sz="2000" dirty="0"/>
              <a:t>  5. Incentive-based improvement    On-time &gt; 95% → Bonus &amp; priority routes    On-time 85–95% → Normal workload    On-time &lt; 85% → Training + reduced workload 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56817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EA4B5-FFE5-CAA5-818E-ABDDD67A8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364067"/>
            <a:ext cx="10676467" cy="5812896"/>
          </a:xfrm>
        </p:spPr>
        <p:txBody>
          <a:bodyPr/>
          <a:lstStyle/>
          <a:p>
            <a:r>
              <a:rPr lang="en-GB" dirty="0"/>
              <a:t>Task 6: Shipment Tracking Analytics</a:t>
            </a:r>
          </a:p>
          <a:p>
            <a:r>
              <a:rPr lang="en-GB" sz="2000" dirty="0"/>
              <a:t>For each shipment, display the latest status (Delivered, In Transit, or Returned) along with the latest </a:t>
            </a:r>
            <a:r>
              <a:rPr lang="en-GB" sz="2000" dirty="0" err="1"/>
              <a:t>Delivery_Date</a:t>
            </a:r>
            <a:r>
              <a:rPr lang="en-GB" sz="2000" dirty="0"/>
              <a:t>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Output: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522BB9-81D1-3FE5-56B1-8171F55D0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55775"/>
            <a:ext cx="3162741" cy="34294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972E61-B045-2CC2-F53E-3D09486EE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523895"/>
            <a:ext cx="2915057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640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BC5AE-32FA-C64F-801E-8BD1E534F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133" y="618067"/>
            <a:ext cx="10625667" cy="5558896"/>
          </a:xfrm>
        </p:spPr>
        <p:txBody>
          <a:bodyPr>
            <a:normAutofit/>
          </a:bodyPr>
          <a:lstStyle/>
          <a:p>
            <a:r>
              <a:rPr lang="en-GB" sz="2000" dirty="0"/>
              <a:t>Identify routes where the majority of shipments are still “In Transit” or “Returned”.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Output: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6B81EC-7E01-B2ED-7613-7E876210D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93614"/>
            <a:ext cx="7611537" cy="24863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AC527E-A296-566E-6EC5-77693EF1D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07456"/>
            <a:ext cx="3886742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6458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89924-7E3D-ADAF-511E-EAD15633A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499533"/>
            <a:ext cx="10617200" cy="5677430"/>
          </a:xfrm>
        </p:spPr>
        <p:txBody>
          <a:bodyPr>
            <a:normAutofit/>
          </a:bodyPr>
          <a:lstStyle/>
          <a:p>
            <a:r>
              <a:rPr lang="en-GB" sz="2000" dirty="0"/>
              <a:t>Find the most frequent delay reasons (if available in delay-related columns or flags)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Output: 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2F5E3F-91D4-FD24-639F-3E3F621C8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310" y="1055037"/>
            <a:ext cx="2838846" cy="1733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2B8EB6-0E41-AB63-0DA9-DEA31B39F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310" y="3249907"/>
            <a:ext cx="2801887" cy="111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2810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C6E2B-0305-405F-FA0B-7BD91532B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733" y="338667"/>
            <a:ext cx="10651067" cy="5838296"/>
          </a:xfrm>
        </p:spPr>
        <p:txBody>
          <a:bodyPr>
            <a:normAutofit/>
          </a:bodyPr>
          <a:lstStyle/>
          <a:p>
            <a:r>
              <a:rPr lang="en-GB" sz="2000" dirty="0"/>
              <a:t>Identify orders with exceptionally high delay (&gt;120 hours) to investigate potential bottlenecks.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Output: 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D9C3A-161A-0181-372A-04466E3EF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21" y="992538"/>
            <a:ext cx="3686689" cy="2553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019767-131E-0CA8-3554-A022894C3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21" y="4079799"/>
            <a:ext cx="6030167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170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46E7-1CB5-8D40-4938-864F22225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333" y="491067"/>
            <a:ext cx="10549467" cy="5685896"/>
          </a:xfrm>
        </p:spPr>
        <p:txBody>
          <a:bodyPr/>
          <a:lstStyle/>
          <a:p>
            <a:r>
              <a:rPr lang="en-GB" dirty="0"/>
              <a:t>Task 7: Advanced KPI Reporting</a:t>
            </a:r>
          </a:p>
          <a:p>
            <a:r>
              <a:rPr lang="en-GB" sz="2000" dirty="0"/>
              <a:t>Average Delivery Delay per </a:t>
            </a:r>
            <a:r>
              <a:rPr lang="en-GB" sz="2000" dirty="0" err="1"/>
              <a:t>Source_Country</a:t>
            </a:r>
            <a:r>
              <a:rPr lang="en-GB" sz="2000" dirty="0"/>
              <a:t>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Output: 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67A573-578E-F920-BC97-6651F34B1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731" y="1547142"/>
            <a:ext cx="4344006" cy="2019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AD50D4-559B-8649-F626-00ED10CDB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731" y="4362185"/>
            <a:ext cx="2619741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695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48785-52E6-DF22-71CF-AE6E94D2E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381000"/>
            <a:ext cx="10617200" cy="5795963"/>
          </a:xfrm>
        </p:spPr>
        <p:txBody>
          <a:bodyPr>
            <a:normAutofit/>
          </a:bodyPr>
          <a:lstStyle/>
          <a:p>
            <a:r>
              <a:rPr lang="en-GB" sz="2000" dirty="0"/>
              <a:t>On-Time Delivery % = (Total On-Time Deliveries / Total Deliveries) * 100.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Output: 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25F160-AE1A-72C5-B605-689491E3D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22734"/>
            <a:ext cx="3686689" cy="2086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F9A207-ECC4-FE81-9C00-3B820CB5E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781" y="3672800"/>
            <a:ext cx="2877637" cy="61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893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FBBFC-5D2A-B61D-7FB8-5FC94EC8D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933" y="491067"/>
            <a:ext cx="10574867" cy="5685896"/>
          </a:xfrm>
        </p:spPr>
        <p:txBody>
          <a:bodyPr>
            <a:normAutofit/>
          </a:bodyPr>
          <a:lstStyle/>
          <a:p>
            <a:r>
              <a:rPr lang="en-GB" sz="2000" dirty="0"/>
              <a:t>On-Time Delivery % = (Total On-Time Deliveries / Total Deliveries) * 100.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Output:</a:t>
            </a:r>
          </a:p>
          <a:p>
            <a:pPr marL="0" indent="0">
              <a:buNone/>
            </a:pPr>
            <a:r>
              <a:rPr lang="en-GB" sz="2000" dirty="0"/>
              <a:t> 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A0B247-44B9-C8B5-0AF9-E55039860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33" y="849729"/>
            <a:ext cx="3772426" cy="1619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884A46-4E18-12C9-1227-BDFF0CAA2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68" y="2900288"/>
            <a:ext cx="2489940" cy="131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8477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9F0A5-AF5D-C6CA-EDEF-4F9F422C9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333" y="482600"/>
            <a:ext cx="10549467" cy="5694363"/>
          </a:xfrm>
        </p:spPr>
        <p:txBody>
          <a:bodyPr>
            <a:normAutofit/>
          </a:bodyPr>
          <a:lstStyle/>
          <a:p>
            <a:r>
              <a:rPr lang="en-GB" sz="2000" dirty="0"/>
              <a:t>Warehouse Utilization % = (</a:t>
            </a:r>
            <a:r>
              <a:rPr lang="en-GB" sz="2000" dirty="0" err="1"/>
              <a:t>Shipments_Handled</a:t>
            </a:r>
            <a:r>
              <a:rPr lang="en-GB" sz="2000" dirty="0"/>
              <a:t> / </a:t>
            </a:r>
            <a:r>
              <a:rPr lang="en-GB" sz="2000" dirty="0" err="1"/>
              <a:t>Capacity_per_day</a:t>
            </a:r>
            <a:r>
              <a:rPr lang="en-GB" sz="2000" dirty="0"/>
              <a:t>) * 100.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Output: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304B62-592A-250E-C3C5-F4EA6F228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06245"/>
            <a:ext cx="4351867" cy="30936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13E770-EBC1-758C-F8A4-E92F791FC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23500"/>
            <a:ext cx="4706007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678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1D8BC-C816-EC71-FACE-82A866814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482600"/>
            <a:ext cx="10591800" cy="5694363"/>
          </a:xfrm>
        </p:spPr>
        <p:txBody>
          <a:bodyPr>
            <a:normAutofit/>
          </a:bodyPr>
          <a:lstStyle/>
          <a:p>
            <a:r>
              <a:rPr lang="en-GB" sz="2000" dirty="0"/>
              <a:t>Use aggregation and CASE statements to compute these metrics and create summarized KPI tables. </a:t>
            </a:r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000" dirty="0"/>
              <a:t>Output: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735B6D-F332-849C-B820-5869676F9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869" y="1092501"/>
            <a:ext cx="3362794" cy="32675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8335A6-E15E-1339-70A5-3FA0DADD5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329" y="1092501"/>
            <a:ext cx="3343742" cy="27340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B6EAF1-2EA0-F7FD-8C4B-5D4AB461F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868" y="4830286"/>
            <a:ext cx="6504483" cy="50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7116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B4F2D49-3C7D-4C3D-5DC5-82E3651155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5683380"/>
              </p:ext>
            </p:extLst>
          </p:nvPr>
        </p:nvGraphicFramePr>
        <p:xfrm>
          <a:off x="1524000" y="1320800"/>
          <a:ext cx="9829800" cy="4856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81FB2A2-5689-B9DD-F499-6C89989FD18C}"/>
              </a:ext>
            </a:extLst>
          </p:cNvPr>
          <p:cNvSpPr txBox="1"/>
          <p:nvPr/>
        </p:nvSpPr>
        <p:spPr>
          <a:xfrm>
            <a:off x="1587500" y="681037"/>
            <a:ext cx="537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● Average Delay (in hours) per Route_ID.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89593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882EF-5562-1A35-AAC7-BD65EBA82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475"/>
          </a:xfrm>
        </p:spPr>
        <p:txBody>
          <a:bodyPr>
            <a:normAutofit/>
          </a:bodyPr>
          <a:lstStyle/>
          <a:p>
            <a:r>
              <a:rPr lang="en-GB" sz="2400" dirty="0"/>
              <a:t>Warehouse Utilization % = (</a:t>
            </a:r>
            <a:r>
              <a:rPr lang="en-GB" sz="2400" dirty="0" err="1"/>
              <a:t>Shipments_Handled</a:t>
            </a:r>
            <a:r>
              <a:rPr lang="en-GB" sz="2400" dirty="0"/>
              <a:t> / </a:t>
            </a:r>
            <a:r>
              <a:rPr lang="en-GB" sz="2400" dirty="0" err="1"/>
              <a:t>Capacity_per_day</a:t>
            </a:r>
            <a:r>
              <a:rPr lang="en-GB" sz="2400" dirty="0"/>
              <a:t>) * 100.</a:t>
            </a:r>
            <a:endParaRPr lang="en-IN" sz="2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BA465A-A9EC-5D59-9C30-D1DC81DAA0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9706152"/>
              </p:ext>
            </p:extLst>
          </p:nvPr>
        </p:nvGraphicFramePr>
        <p:xfrm>
          <a:off x="762000" y="1770062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744086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383E2-EECB-6DCA-5A7A-3FA17F1A0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Video link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0AAAB-793F-A431-E7FD-C4E13E61C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https://drive.google.com/drive/folders/1RQAXTthDQtY8cWedmcSgzskC1LynV9vn?usp=sharing</a:t>
            </a:r>
            <a:endParaRPr lang="en-IN" dirty="0"/>
          </a:p>
          <a:p>
            <a:r>
              <a:rPr lang="en-IN">
                <a:hlinkClick r:id="rId2"/>
              </a:rPr>
              <a:t>https://drive.google.com/drive/folders/1RQAXTthDQtY8cWedmcSgzskC1LynV9vn?usp=sharing</a:t>
            </a:r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977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</TotalTime>
  <Words>825</Words>
  <Application>Microsoft Office PowerPoint</Application>
  <PresentationFormat>Widescreen</PresentationFormat>
  <Paragraphs>299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Logistics Optimization for Delivery Routes – DHL</vt:lpstr>
      <vt:lpstr>Task 1: Data Cleaning &amp; Preparation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Warehouse Utilization % = (Shipments_Handled / Capacity_per_day) * 100.</vt:lpstr>
      <vt:lpstr>Video link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Gawas</dc:creator>
  <cp:lastModifiedBy>Aditya Gawas</cp:lastModifiedBy>
  <cp:revision>1</cp:revision>
  <dcterms:created xsi:type="dcterms:W3CDTF">2026-01-14T16:45:28Z</dcterms:created>
  <dcterms:modified xsi:type="dcterms:W3CDTF">2026-01-15T08:37:54Z</dcterms:modified>
</cp:coreProperties>
</file>